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9"/>
  </p:notesMasterIdLst>
  <p:sldIdLst>
    <p:sldId id="256" r:id="rId2"/>
    <p:sldId id="415" r:id="rId3"/>
    <p:sldId id="257" r:id="rId4"/>
    <p:sldId id="258" r:id="rId5"/>
    <p:sldId id="263" r:id="rId6"/>
    <p:sldId id="259" r:id="rId7"/>
    <p:sldId id="260" r:id="rId8"/>
    <p:sldId id="261" r:id="rId9"/>
    <p:sldId id="424" r:id="rId10"/>
    <p:sldId id="262" r:id="rId11"/>
    <p:sldId id="264" r:id="rId12"/>
    <p:sldId id="265" r:id="rId13"/>
    <p:sldId id="266" r:id="rId14"/>
    <p:sldId id="267" r:id="rId15"/>
    <p:sldId id="268" r:id="rId16"/>
    <p:sldId id="269" r:id="rId17"/>
    <p:sldId id="270" r:id="rId18"/>
    <p:sldId id="271" r:id="rId19"/>
    <p:sldId id="272" r:id="rId20"/>
    <p:sldId id="274" r:id="rId21"/>
    <p:sldId id="275" r:id="rId22"/>
    <p:sldId id="276" r:id="rId23"/>
    <p:sldId id="277" r:id="rId24"/>
    <p:sldId id="278" r:id="rId25"/>
    <p:sldId id="425" r:id="rId26"/>
    <p:sldId id="279" r:id="rId27"/>
    <p:sldId id="426" r:id="rId28"/>
    <p:sldId id="281" r:id="rId29"/>
    <p:sldId id="282" r:id="rId30"/>
    <p:sldId id="283" r:id="rId31"/>
    <p:sldId id="435" r:id="rId32"/>
    <p:sldId id="422" r:id="rId33"/>
    <p:sldId id="428" r:id="rId34"/>
    <p:sldId id="284" r:id="rId35"/>
    <p:sldId id="285" r:id="rId36"/>
    <p:sldId id="286" r:id="rId37"/>
    <p:sldId id="287" r:id="rId38"/>
    <p:sldId id="288" r:id="rId39"/>
    <p:sldId id="436"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434" r:id="rId54"/>
    <p:sldId id="302" r:id="rId55"/>
    <p:sldId id="303" r:id="rId56"/>
    <p:sldId id="304" r:id="rId57"/>
    <p:sldId id="305" r:id="rId58"/>
    <p:sldId id="416" r:id="rId59"/>
    <p:sldId id="417" r:id="rId60"/>
    <p:sldId id="418" r:id="rId61"/>
    <p:sldId id="419" r:id="rId62"/>
    <p:sldId id="420" r:id="rId63"/>
    <p:sldId id="421" r:id="rId64"/>
    <p:sldId id="423" r:id="rId65"/>
    <p:sldId id="429" r:id="rId66"/>
    <p:sldId id="430" r:id="rId67"/>
    <p:sldId id="431" r:id="rId68"/>
  </p:sldIdLst>
  <p:sldSz cx="9144000" cy="6858000" type="screen4x3"/>
  <p:notesSz cx="9144000" cy="6858000"/>
  <p:embeddedFontLst>
    <p:embeddedFont>
      <p:font typeface="ATOAIR+MS-PGothic" panose="02000500000000000000" pitchFamily="2" charset="0"/>
      <p:regular r:id="rId70"/>
    </p:embeddedFont>
    <p:embeddedFont>
      <p:font typeface="BIIQGD+Symbol" panose="02000500000000000000" pitchFamily="2" charset="0"/>
      <p:regular r:id="rId71"/>
    </p:embeddedFont>
    <p:embeddedFont>
      <p:font typeface="BUVCBA+ArialMT" panose="02000500000000000000" pitchFamily="2" charset="0"/>
      <p:regular r:id="rId72"/>
    </p:embeddedFont>
    <p:embeddedFont>
      <p:font typeface="DJCJHN+Cmmi10" panose="02000500000000000000" pitchFamily="2" charset="0"/>
      <p:regular r:id="rId73"/>
    </p:embeddedFont>
    <p:embeddedFont>
      <p:font typeface="DLQIGQ+Calibri-Italic" panose="02000500000000000000" pitchFamily="2" charset="0"/>
      <p:regular r:id="rId74"/>
    </p:embeddedFont>
    <p:embeddedFont>
      <p:font typeface="DWNSLN+Symbol" panose="02000500000000000000" pitchFamily="2" charset="0"/>
      <p:regular r:id="rId75"/>
    </p:embeddedFont>
    <p:embeddedFont>
      <p:font typeface="FWHBOJ+Helvetica-Bold" panose="02000500000000000000" pitchFamily="2" charset="0"/>
      <p:regular r:id="rId76"/>
    </p:embeddedFont>
    <p:embeddedFont>
      <p:font typeface="IRWNGG+Calibri-Bold" panose="02000500000000000000" pitchFamily="2" charset="0"/>
      <p:regular r:id="rId77"/>
    </p:embeddedFont>
    <p:embeddedFont>
      <p:font typeface="KJNENV+Times-Roman" panose="02000500000000000000" pitchFamily="2" charset="0"/>
      <p:regular r:id="rId78"/>
    </p:embeddedFont>
    <p:embeddedFont>
      <p:font typeface="LIJFOD+Calibri" panose="02000500000000000000" pitchFamily="2" charset="0"/>
      <p:regular r:id="rId79"/>
    </p:embeddedFont>
    <p:embeddedFont>
      <p:font typeface="Lucida Bright" panose="02040602050505020304" pitchFamily="18" charset="77"/>
      <p:regular r:id="rId80"/>
      <p:bold r:id="rId81"/>
      <p:italic r:id="rId82"/>
      <p:boldItalic r:id="rId83"/>
    </p:embeddedFont>
    <p:embeddedFont>
      <p:font typeface="PPICCW+Wingdings-Regular" panose="02000500000000000000" pitchFamily="2" charset="0"/>
      <p:regular r:id="rId84"/>
    </p:embeddedFont>
    <p:embeddedFont>
      <p:font typeface="QFNBRJ+Calibri-BoldItalic" panose="02000500000000000000" pitchFamily="2" charset="0"/>
      <p:regular r:id="rId85"/>
    </p:embeddedFont>
    <p:embeddedFont>
      <p:font typeface="TAWSJE+Times-Italic" panose="02000500000000000000" pitchFamily="2" charset="0"/>
      <p:regular r:id="rId86"/>
    </p:embeddedFont>
    <p:embeddedFont>
      <p:font typeface="Trebuchet MS" panose="020B0703020202090204" pitchFamily="34" charset="0"/>
      <p:regular r:id="rId87"/>
      <p:bold r:id="rId88"/>
      <p:italic r:id="rId89"/>
    </p:embeddedFont>
    <p:embeddedFont>
      <p:font typeface="WNBAQV+Helvetica" panose="02000500000000000000" pitchFamily="2" charset="0"/>
      <p:regular r:id="rId9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80"/>
    <p:restoredTop sz="94677"/>
  </p:normalViewPr>
  <p:slideViewPr>
    <p:cSldViewPr>
      <p:cViewPr>
        <p:scale>
          <a:sx n="223" d="100"/>
          <a:sy n="223" d="100"/>
        </p:scale>
        <p:origin x="2352" y="360"/>
      </p:cViewPr>
      <p:guideLst>
        <p:guide orient="horz" pos="3168"/>
        <p:guide pos="2448"/>
      </p:guideLst>
    </p:cSldViewPr>
  </p:slideViewPr>
  <p:notesTextViewPr>
    <p:cViewPr>
      <p:scale>
        <a:sx n="1" d="1"/>
        <a:sy n="1" d="1"/>
      </p:scale>
      <p:origin x="0" y="0"/>
    </p:cViewPr>
  </p:notesTextViewPr>
  <p:sorterViewPr>
    <p:cViewPr>
      <p:scale>
        <a:sx n="134" d="100"/>
        <a:sy n="134"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15.fntdata"/><Relationship Id="rId89" Type="http://schemas.openxmlformats.org/officeDocument/2006/relationships/font" Target="fonts/font20.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5.fntdata"/><Relationship Id="rId79" Type="http://schemas.openxmlformats.org/officeDocument/2006/relationships/font" Target="fonts/font10.fntdata"/><Relationship Id="rId5" Type="http://schemas.openxmlformats.org/officeDocument/2006/relationships/slide" Target="slides/slide4.xml"/><Relationship Id="rId90" Type="http://schemas.openxmlformats.org/officeDocument/2006/relationships/font" Target="fonts/font2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3.fntdata"/><Relationship Id="rId80" Type="http://schemas.openxmlformats.org/officeDocument/2006/relationships/font" Target="fonts/font11.fntdata"/><Relationship Id="rId85" Type="http://schemas.openxmlformats.org/officeDocument/2006/relationships/font" Target="fonts/font16.fntdata"/><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1.fntdata"/><Relationship Id="rId75" Type="http://schemas.openxmlformats.org/officeDocument/2006/relationships/font" Target="fonts/font6.fntdata"/><Relationship Id="rId83" Type="http://schemas.openxmlformats.org/officeDocument/2006/relationships/font" Target="fonts/font14.fntdata"/><Relationship Id="rId88" Type="http://schemas.openxmlformats.org/officeDocument/2006/relationships/font" Target="fonts/font19.fntdata"/><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4.fntdata"/><Relationship Id="rId78" Type="http://schemas.openxmlformats.org/officeDocument/2006/relationships/font" Target="fonts/font9.fntdata"/><Relationship Id="rId81" Type="http://schemas.openxmlformats.org/officeDocument/2006/relationships/font" Target="fonts/font12.fntdata"/><Relationship Id="rId86" Type="http://schemas.openxmlformats.org/officeDocument/2006/relationships/font" Target="fonts/font17.fntdata"/><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7.fntdata"/><Relationship Id="rId7" Type="http://schemas.openxmlformats.org/officeDocument/2006/relationships/slide" Target="slides/slide6.xml"/><Relationship Id="rId71" Type="http://schemas.openxmlformats.org/officeDocument/2006/relationships/font" Target="fonts/font2.fntdata"/><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18.fntdata"/><Relationship Id="rId61" Type="http://schemas.openxmlformats.org/officeDocument/2006/relationships/slide" Target="slides/slide60.xml"/><Relationship Id="rId82" Type="http://schemas.openxmlformats.org/officeDocument/2006/relationships/font" Target="fonts/font13.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EFD7719F-FF3B-FC4D-8D9E-5CE6E02CD682}" type="datetimeFigureOut">
              <a:rPr lang="en-US" smtClean="0"/>
              <a:t>4/15/26</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C4E3CF9-7E64-7A44-AD28-49E2F58DA80C}" type="slidenum">
              <a:rPr lang="en-US" smtClean="0"/>
              <a:t>‹#›</a:t>
            </a:fld>
            <a:endParaRPr lang="en-US"/>
          </a:p>
        </p:txBody>
      </p:sp>
    </p:spTree>
    <p:extLst>
      <p:ext uri="{BB962C8B-B14F-4D97-AF65-F5344CB8AC3E}">
        <p14:creationId xmlns:p14="http://schemas.microsoft.com/office/powerpoint/2010/main" val="3361980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9D3B7D0-0111-5C34-F5CC-722EC1BB4A0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3200">
                <a:solidFill>
                  <a:schemeClr val="tx1"/>
                </a:solidFill>
                <a:latin typeface="Palatino Linotype" panose="02040502050505030304" pitchFamily="18" charset="0"/>
              </a:defRPr>
            </a:lvl1pPr>
            <a:lvl2pPr marL="742950" indent="-285750" defTabSz="990600" eaLnBrk="0" hangingPunct="0">
              <a:defRPr sz="3200">
                <a:solidFill>
                  <a:schemeClr val="tx1"/>
                </a:solidFill>
                <a:latin typeface="Palatino Linotype" panose="02040502050505030304" pitchFamily="18" charset="0"/>
              </a:defRPr>
            </a:lvl2pPr>
            <a:lvl3pPr marL="1143000" indent="-228600" defTabSz="990600" eaLnBrk="0" hangingPunct="0">
              <a:defRPr sz="3200">
                <a:solidFill>
                  <a:schemeClr val="tx1"/>
                </a:solidFill>
                <a:latin typeface="Palatino Linotype" panose="02040502050505030304" pitchFamily="18" charset="0"/>
              </a:defRPr>
            </a:lvl3pPr>
            <a:lvl4pPr marL="1600200" indent="-228600" defTabSz="990600" eaLnBrk="0" hangingPunct="0">
              <a:defRPr sz="3200">
                <a:solidFill>
                  <a:schemeClr val="tx1"/>
                </a:solidFill>
                <a:latin typeface="Palatino Linotype" panose="02040502050505030304" pitchFamily="18" charset="0"/>
              </a:defRPr>
            </a:lvl4pPr>
            <a:lvl5pPr marL="2057400" indent="-228600" defTabSz="990600" eaLnBrk="0" hangingPunct="0">
              <a:defRPr sz="3200">
                <a:solidFill>
                  <a:schemeClr val="tx1"/>
                </a:solidFill>
                <a:latin typeface="Palatino Linotype" panose="02040502050505030304" pitchFamily="18" charset="0"/>
              </a:defRPr>
            </a:lvl5pPr>
            <a:lvl6pPr marL="2514600" indent="-228600" defTabSz="990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defTabSz="990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defTabSz="990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defTabSz="990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6DD10118-FB03-4B43-B9E7-13B7C999E10D}" type="slidenum">
              <a:rPr lang="tr-TR" altLang="en-US" sz="1300">
                <a:latin typeface="Arial" panose="020B0604020202020204" pitchFamily="34" charset="0"/>
              </a:rPr>
              <a:pPr eaLnBrk="1" hangingPunct="1"/>
              <a:t>9</a:t>
            </a:fld>
            <a:endParaRPr lang="tr-TR" altLang="en-US" sz="1300">
              <a:latin typeface="Arial" panose="020B0604020202020204" pitchFamily="34" charset="0"/>
            </a:endParaRPr>
          </a:p>
        </p:txBody>
      </p:sp>
      <p:sp>
        <p:nvSpPr>
          <p:cNvPr id="28675" name="Rectangle 2">
            <a:extLst>
              <a:ext uri="{FF2B5EF4-FFF2-40B4-BE49-F238E27FC236}">
                <a16:creationId xmlns:a16="http://schemas.microsoft.com/office/drawing/2014/main" id="{053CC41D-F955-8289-B57C-2C78C562B5A8}"/>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81EE596E-AD5B-C1E8-74C4-3F2AFC84C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FDC670F6-1EA5-39CA-491E-FC852864D7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3200">
                <a:solidFill>
                  <a:schemeClr val="tx1"/>
                </a:solidFill>
                <a:latin typeface="Palatino Linotype" panose="02040502050505030304" pitchFamily="18" charset="0"/>
              </a:defRPr>
            </a:lvl1pPr>
            <a:lvl2pPr marL="742950" indent="-285750" defTabSz="990600" eaLnBrk="0" hangingPunct="0">
              <a:defRPr sz="3200">
                <a:solidFill>
                  <a:schemeClr val="tx1"/>
                </a:solidFill>
                <a:latin typeface="Palatino Linotype" panose="02040502050505030304" pitchFamily="18" charset="0"/>
              </a:defRPr>
            </a:lvl2pPr>
            <a:lvl3pPr marL="1143000" indent="-228600" defTabSz="990600" eaLnBrk="0" hangingPunct="0">
              <a:defRPr sz="3200">
                <a:solidFill>
                  <a:schemeClr val="tx1"/>
                </a:solidFill>
                <a:latin typeface="Palatino Linotype" panose="02040502050505030304" pitchFamily="18" charset="0"/>
              </a:defRPr>
            </a:lvl3pPr>
            <a:lvl4pPr marL="1600200" indent="-228600" defTabSz="990600" eaLnBrk="0" hangingPunct="0">
              <a:defRPr sz="3200">
                <a:solidFill>
                  <a:schemeClr val="tx1"/>
                </a:solidFill>
                <a:latin typeface="Palatino Linotype" panose="02040502050505030304" pitchFamily="18" charset="0"/>
              </a:defRPr>
            </a:lvl4pPr>
            <a:lvl5pPr marL="2057400" indent="-228600" defTabSz="990600" eaLnBrk="0" hangingPunct="0">
              <a:defRPr sz="3200">
                <a:solidFill>
                  <a:schemeClr val="tx1"/>
                </a:solidFill>
                <a:latin typeface="Palatino Linotype" panose="02040502050505030304" pitchFamily="18" charset="0"/>
              </a:defRPr>
            </a:lvl5pPr>
            <a:lvl6pPr marL="2514600" indent="-228600" defTabSz="990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defTabSz="990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defTabSz="990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defTabSz="990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720227A5-1C40-9249-85DC-B68B3016EAFF}" type="slidenum">
              <a:rPr lang="tr-TR" altLang="en-US" sz="1300">
                <a:latin typeface="Arial" panose="020B0604020202020204" pitchFamily="34" charset="0"/>
              </a:rPr>
              <a:pPr eaLnBrk="1" hangingPunct="1"/>
              <a:t>58</a:t>
            </a:fld>
            <a:endParaRPr lang="tr-TR" altLang="en-US" sz="1300">
              <a:latin typeface="Arial" panose="020B0604020202020204" pitchFamily="34" charset="0"/>
            </a:endParaRPr>
          </a:p>
        </p:txBody>
      </p:sp>
      <p:sp>
        <p:nvSpPr>
          <p:cNvPr id="27651" name="Rectangle 2">
            <a:extLst>
              <a:ext uri="{FF2B5EF4-FFF2-40B4-BE49-F238E27FC236}">
                <a16:creationId xmlns:a16="http://schemas.microsoft.com/office/drawing/2014/main" id="{05C331DF-7425-5D30-40BF-320A396C649D}"/>
              </a:ext>
            </a:extLst>
          </p:cNvPr>
          <p:cNvSpPr>
            <a:spLocks noRot="1" noChangeArrowheads="1" noTextEdit="1"/>
          </p:cNvSpPr>
          <p:nvPr>
            <p:ph type="sldImg"/>
          </p:nvPr>
        </p:nvSpPr>
        <p:spPr>
          <a:ln/>
        </p:spPr>
      </p:sp>
      <p:sp>
        <p:nvSpPr>
          <p:cNvPr id="27652" name="Rectangle 3">
            <a:extLst>
              <a:ext uri="{FF2B5EF4-FFF2-40B4-BE49-F238E27FC236}">
                <a16:creationId xmlns:a16="http://schemas.microsoft.com/office/drawing/2014/main" id="{6CDE9035-95F0-5876-B9CF-FC6DDCECC1D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p:txBody>
          <a:bodyPr/>
          <a:lstStyle/>
          <a:p>
            <a:fld id="{C16525B2-4347-4F72-BAF7-76B19438D329}" type="datetimeFigureOut">
              <a:rPr lang="en-US" smtClean="0"/>
              <a:t>4/15/26</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63960F3-164E-4CB7-4189-A0270A8B1D32}"/>
              </a:ext>
            </a:extLst>
          </p:cNvPr>
          <p:cNvSpPr>
            <a:spLocks noGrp="1"/>
          </p:cNvSpPr>
          <p:nvPr>
            <p:ph type="ftr" sz="quarter" idx="10"/>
          </p:nvPr>
        </p:nvSpPr>
        <p:spPr/>
        <p:txBody>
          <a:bodyPr/>
          <a:lstStyle>
            <a:lvl1pPr>
              <a:defRPr/>
            </a:lvl1pPr>
          </a:lstStyle>
          <a:p>
            <a:pPr>
              <a:defRPr/>
            </a:pPr>
            <a:r>
              <a:rPr lang="en-US"/>
              <a:t>Alpydin &amp; Ch. Eick: ML Topic1</a:t>
            </a:r>
            <a:endParaRPr lang="tr-TR"/>
          </a:p>
        </p:txBody>
      </p:sp>
      <p:sp>
        <p:nvSpPr>
          <p:cNvPr id="5" name="Slide Number Placeholder 4">
            <a:extLst>
              <a:ext uri="{FF2B5EF4-FFF2-40B4-BE49-F238E27FC236}">
                <a16:creationId xmlns:a16="http://schemas.microsoft.com/office/drawing/2014/main" id="{84776D5A-8D1E-A660-5FB2-5F84F704CC93}"/>
              </a:ext>
            </a:extLst>
          </p:cNvPr>
          <p:cNvSpPr>
            <a:spLocks noGrp="1"/>
          </p:cNvSpPr>
          <p:nvPr>
            <p:ph type="sldNum" sz="quarter" idx="11"/>
          </p:nvPr>
        </p:nvSpPr>
        <p:spPr/>
        <p:txBody>
          <a:bodyPr/>
          <a:lstStyle>
            <a:lvl1pPr>
              <a:defRPr/>
            </a:lvl1pPr>
          </a:lstStyle>
          <a:p>
            <a:fld id="{366E8A5C-18B4-1943-AC35-234DCB2B3D94}" type="slidenum">
              <a:rPr lang="tr-TR" altLang="en-US"/>
              <a:pPr/>
              <a:t>‹#›</a:t>
            </a:fld>
            <a:endParaRPr lang="tr-TR" altLang="en-US"/>
          </a:p>
        </p:txBody>
      </p:sp>
    </p:spTree>
    <p:extLst>
      <p:ext uri="{BB962C8B-B14F-4D97-AF65-F5344CB8AC3E}">
        <p14:creationId xmlns:p14="http://schemas.microsoft.com/office/powerpoint/2010/main" val="1038369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457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5">
            <a:extLst>
              <a:ext uri="{FF2B5EF4-FFF2-40B4-BE49-F238E27FC236}">
                <a16:creationId xmlns:a16="http://schemas.microsoft.com/office/drawing/2014/main" id="{82C31BE0-7FD5-0FCC-8895-43D146887675}"/>
              </a:ext>
            </a:extLst>
          </p:cNvPr>
          <p:cNvSpPr>
            <a:spLocks noGrp="1"/>
          </p:cNvSpPr>
          <p:nvPr>
            <p:ph type="sldNum" sz="quarter" idx="10"/>
          </p:nvPr>
        </p:nvSpPr>
        <p:spPr/>
        <p:txBody>
          <a:bodyPr/>
          <a:lstStyle>
            <a:lvl1pPr>
              <a:defRPr/>
            </a:lvl1pPr>
          </a:lstStyle>
          <a:p>
            <a:fld id="{CFFE0DB0-AD9C-C04E-8B51-DDE1B186FA3D}" type="slidenum">
              <a:rPr lang="tr-TR" altLang="en-US"/>
              <a:pPr/>
              <a:t>‹#›</a:t>
            </a:fld>
            <a:endParaRPr lang="tr-TR" altLang="en-US"/>
          </a:p>
        </p:txBody>
      </p:sp>
    </p:spTree>
    <p:extLst>
      <p:ext uri="{BB962C8B-B14F-4D97-AF65-F5344CB8AC3E}">
        <p14:creationId xmlns:p14="http://schemas.microsoft.com/office/powerpoint/2010/main" val="183623390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4/15/26</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hyperlink" Target="http://kdd.ics.uci.edu/summary.data.application.html" TargetMode="External"/><Relationship Id="rId2" Type="http://schemas.openxmlformats.org/officeDocument/2006/relationships/hyperlink" Target="http://www.ics.uci.edu/~mlearn/MLRepository.html" TargetMode="External"/><Relationship Id="rId1" Type="http://schemas.openxmlformats.org/officeDocument/2006/relationships/slideLayout" Target="../slideLayouts/slideLayout2.xml"/><Relationship Id="rId5" Type="http://schemas.openxmlformats.org/officeDocument/2006/relationships/hyperlink" Target="http://www.cs.utoronto.ca/~delve/" TargetMode="External"/><Relationship Id="rId4" Type="http://schemas.openxmlformats.org/officeDocument/2006/relationships/hyperlink" Target="http://lib.stat.cmu.edu/" TargetMode="External"/></Relationships>
</file>

<file path=ppt/slides/_rels/slide67.xml.rels><?xml version="1.0" encoding="UTF-8" standalone="yes"?>
<Relationships xmlns="http://schemas.openxmlformats.org/package/2006/relationships"><Relationship Id="rId2" Type="http://schemas.openxmlformats.org/officeDocument/2006/relationships/hyperlink" Target="http://www.jmlr.or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17719"/>
            <a:ext cx="9144000" cy="6858000"/>
          </a:xfrm>
          <a:prstGeom prst="rect">
            <a:avLst/>
          </a:prstGeom>
          <a:blipFill>
            <a:blip r:embed="rId2" cstate="print"/>
            <a:stretch>
              <a:fillRect/>
            </a:stretch>
          </a:blipFill>
        </p:spPr>
        <p:txBody>
          <a:bodyPr wrap="square" lIns="0" tIns="0" rIns="0" bIns="0" rtlCol="0">
            <a:spAutoFit/>
          </a:bodyPr>
          <a:lstStyle/>
          <a:p>
            <a:endParaRPr dirty="0"/>
          </a:p>
        </p:txBody>
      </p:sp>
      <p:sp>
        <p:nvSpPr>
          <p:cNvPr id="4" name="object 4"/>
          <p:cNvSpPr txBox="1"/>
          <p:nvPr/>
        </p:nvSpPr>
        <p:spPr>
          <a:xfrm>
            <a:off x="3266155" y="2199058"/>
            <a:ext cx="5877845" cy="2424446"/>
          </a:xfrm>
          <a:prstGeom prst="rect">
            <a:avLst/>
          </a:prstGeom>
        </p:spPr>
        <p:txBody>
          <a:bodyPr vert="horz" wrap="square" lIns="0" tIns="0" rIns="0" bIns="0" rtlCol="0">
            <a:spAutoFit/>
          </a:bodyPr>
          <a:lstStyle/>
          <a:p>
            <a:pPr marL="0" marR="0">
              <a:lnSpc>
                <a:spcPct val="150000"/>
              </a:lnSpc>
              <a:spcBef>
                <a:spcPts val="1200"/>
              </a:spcBef>
              <a:spcAft>
                <a:spcPts val="1200"/>
              </a:spcAft>
            </a:pPr>
            <a:r>
              <a:rPr sz="3200" spc="-15" dirty="0">
                <a:solidFill>
                  <a:srgbClr val="000000"/>
                </a:solidFill>
                <a:latin typeface="LIJFOD+Calibri"/>
                <a:cs typeface="LIJFOD+Calibri"/>
              </a:rPr>
              <a:t></a:t>
            </a:r>
            <a:r>
              <a:rPr lang="en-US" sz="3200" spc="-15" dirty="0">
                <a:solidFill>
                  <a:srgbClr val="000000"/>
                </a:solidFill>
                <a:latin typeface="LIJFOD+Calibri"/>
                <a:cs typeface="LIJFOD+Calibri"/>
              </a:rPr>
              <a:t>o </a:t>
            </a:r>
            <a:r>
              <a:rPr sz="3200" dirty="0">
                <a:solidFill>
                  <a:srgbClr val="000000"/>
                </a:solidFill>
                <a:latin typeface="LIJFOD+Calibri"/>
                <a:cs typeface="LIJFOD+Calibri"/>
              </a:rPr>
              <a:t></a:t>
            </a:r>
            <a:endParaRPr lang="en-US" sz="3200" dirty="0">
              <a:solidFill>
                <a:srgbClr val="000000"/>
              </a:solidFill>
              <a:latin typeface="LIJFOD+Calibri"/>
              <a:cs typeface="LIJFOD+Calibri"/>
            </a:endParaRPr>
          </a:p>
          <a:p>
            <a:pPr marL="0" marR="0">
              <a:lnSpc>
                <a:spcPct val="150000"/>
              </a:lnSpc>
              <a:spcBef>
                <a:spcPts val="1200"/>
              </a:spcBef>
              <a:spcAft>
                <a:spcPts val="1200"/>
              </a:spcAft>
            </a:pPr>
            <a:r>
              <a:rPr lang="en-US" sz="2400" dirty="0">
                <a:solidFill>
                  <a:srgbClr val="000000"/>
                </a:solidFill>
                <a:latin typeface="Trebuchet MS" panose="020B0703020202090204" pitchFamily="34" charset="0"/>
                <a:cs typeface="LIJFOD+Calibri"/>
              </a:rPr>
              <a:t>DATA71200 Advanced Data Analysis </a:t>
            </a:r>
          </a:p>
          <a:p>
            <a:pPr marL="0" marR="0">
              <a:lnSpc>
                <a:spcPct val="150000"/>
              </a:lnSpc>
              <a:spcBef>
                <a:spcPts val="1200"/>
              </a:spcBef>
              <a:spcAft>
                <a:spcPts val="1200"/>
              </a:spcAft>
            </a:pPr>
            <a:r>
              <a:rPr lang="en-US" sz="2400" dirty="0">
                <a:solidFill>
                  <a:srgbClr val="000000"/>
                </a:solidFill>
                <a:latin typeface="Trebuchet MS" panose="020B0703020202090204" pitchFamily="34" charset="0"/>
                <a:cs typeface="LIJFOD+Calibri"/>
              </a:rPr>
              <a:t>Prof. Howard Everson </a:t>
            </a:r>
            <a:endParaRPr sz="2400" dirty="0">
              <a:solidFill>
                <a:srgbClr val="000000"/>
              </a:solidFill>
              <a:latin typeface="Trebuchet MS" panose="020B0703020202090204" pitchFamily="34" charset="0"/>
              <a:cs typeface="LIJFOD+Calibri"/>
            </a:endParaRPr>
          </a:p>
        </p:txBody>
      </p:sp>
      <p:sp>
        <p:nvSpPr>
          <p:cNvPr id="7" name="object 7"/>
          <p:cNvSpPr txBox="1"/>
          <p:nvPr/>
        </p:nvSpPr>
        <p:spPr>
          <a:xfrm>
            <a:off x="643938" y="5918942"/>
            <a:ext cx="8176534" cy="42236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lang="en-US" sz="1400" dirty="0">
                <a:solidFill>
                  <a:srgbClr val="000000"/>
                </a:solidFill>
                <a:latin typeface="LIJFOD+Calibri"/>
                <a:cs typeface="LIJFOD+Calibri"/>
              </a:rPr>
              <a:t>University of Pennsylvania, with grateful acknowledgement of the many others who made their course materials freely available online.  </a:t>
            </a:r>
            <a:endParaRPr sz="1400" dirty="0">
              <a:solidFill>
                <a:srgbClr val="000000"/>
              </a:solidFill>
              <a:latin typeface="LIJFOD+Calibri"/>
              <a:cs typeface="LIJFOD+Calibri"/>
            </a:endParaRPr>
          </a:p>
        </p:txBody>
      </p:sp>
      <p:sp>
        <p:nvSpPr>
          <p:cNvPr id="8" name="object 8"/>
          <p:cNvSpPr txBox="1"/>
          <p:nvPr/>
        </p:nvSpPr>
        <p:spPr>
          <a:xfrm>
            <a:off x="643938" y="6261842"/>
            <a:ext cx="7600553" cy="209481"/>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9" name="object 9"/>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0" name="object 10"/>
          <p:cNvSpPr txBox="1"/>
          <p:nvPr/>
        </p:nvSpPr>
        <p:spPr>
          <a:xfrm>
            <a:off x="91440" y="6616146"/>
            <a:ext cx="3547355"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BFBFBF"/>
                </a:solidFill>
                <a:latin typeface="LIJFOD+Calibri"/>
                <a:cs typeface="LIJFOD+Calibri"/>
              </a:rPr>
              <a:t></a:t>
            </a:r>
            <a:r>
              <a:rPr sz="1200" spc="-23" dirty="0">
                <a:solidFill>
                  <a:srgbClr val="BFBFBF"/>
                </a:solidFill>
                <a:latin typeface="Times New Roman"/>
                <a:cs typeface="Times New Roman"/>
              </a:rPr>
              <a:t> </a:t>
            </a:r>
            <a:r>
              <a:rPr sz="1200" dirty="0">
                <a:solidFill>
                  <a:srgbClr val="BFBFBF"/>
                </a:solidFill>
                <a:latin typeface="LIJFOD+Calibri"/>
                <a:cs typeface="LIJFOD+Calibri"/>
              </a:rPr>
              <a:t></a:t>
            </a:r>
            <a:r>
              <a:rPr sz="1200" spc="-18" dirty="0">
                <a:solidFill>
                  <a:srgbClr val="BFBFBF"/>
                </a:solidFill>
                <a:latin typeface="Times New Roman"/>
                <a:cs typeface="Times New Roman"/>
              </a:rPr>
              <a:t> </a:t>
            </a:r>
            <a:r>
              <a:rPr sz="1200" spc="-10" dirty="0">
                <a:solidFill>
                  <a:srgbClr val="BFBFBF"/>
                </a:solidFill>
                <a:latin typeface="LIJFOD+Calibri"/>
                <a:cs typeface="LIJFOD+Calibr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63879F50-38D6-5EBD-896C-D2DFD0B0239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F0F14286-1A11-484B-8172-1E67C6472838}" type="slidenum">
              <a:rPr lang="tr-TR" altLang="en-US" sz="1400"/>
              <a:pPr eaLnBrk="1" hangingPunct="1"/>
              <a:t>2</a:t>
            </a:fld>
            <a:endParaRPr lang="tr-TR" altLang="en-US" sz="1400"/>
          </a:p>
        </p:txBody>
      </p:sp>
      <p:sp>
        <p:nvSpPr>
          <p:cNvPr id="7171" name="Rectangle 2">
            <a:extLst>
              <a:ext uri="{FF2B5EF4-FFF2-40B4-BE49-F238E27FC236}">
                <a16:creationId xmlns:a16="http://schemas.microsoft.com/office/drawing/2014/main" id="{03D1E823-D4F1-6E8C-C8B0-3E0F56B985D5}"/>
              </a:ext>
            </a:extLst>
          </p:cNvPr>
          <p:cNvSpPr>
            <a:spLocks noGrp="1" noChangeArrowheads="1"/>
          </p:cNvSpPr>
          <p:nvPr>
            <p:ph type="title"/>
          </p:nvPr>
        </p:nvSpPr>
        <p:spPr/>
        <p:txBody>
          <a:bodyPr/>
          <a:lstStyle/>
          <a:p>
            <a:pPr eaLnBrk="1" hangingPunct="1"/>
            <a:r>
              <a:rPr lang="tr-TR" altLang="en-US"/>
              <a:t>Why “Learn”?</a:t>
            </a:r>
          </a:p>
        </p:txBody>
      </p:sp>
      <p:sp>
        <p:nvSpPr>
          <p:cNvPr id="7172" name="Rectangle 3">
            <a:extLst>
              <a:ext uri="{FF2B5EF4-FFF2-40B4-BE49-F238E27FC236}">
                <a16:creationId xmlns:a16="http://schemas.microsoft.com/office/drawing/2014/main" id="{643041F7-8864-E7FE-50C7-6A3EF17095B1}"/>
              </a:ext>
            </a:extLst>
          </p:cNvPr>
          <p:cNvSpPr>
            <a:spLocks noGrp="1" noChangeArrowheads="1"/>
          </p:cNvSpPr>
          <p:nvPr>
            <p:ph type="body" idx="1"/>
          </p:nvPr>
        </p:nvSpPr>
        <p:spPr/>
        <p:txBody>
          <a:bodyPr/>
          <a:lstStyle/>
          <a:p>
            <a:pPr eaLnBrk="1" hangingPunct="1">
              <a:lnSpc>
                <a:spcPct val="90000"/>
              </a:lnSpc>
            </a:pPr>
            <a:r>
              <a:rPr lang="tr-TR" altLang="en-US"/>
              <a:t>Machine learning is programming computers to optimize a performance criterion using example data or past experience.</a:t>
            </a:r>
          </a:p>
          <a:p>
            <a:pPr eaLnBrk="1" hangingPunct="1">
              <a:lnSpc>
                <a:spcPct val="90000"/>
              </a:lnSpc>
            </a:pPr>
            <a:r>
              <a:rPr lang="tr-TR" altLang="en-US"/>
              <a:t>There is no need to “learn” to calculate payroll</a:t>
            </a:r>
          </a:p>
          <a:p>
            <a:pPr eaLnBrk="1" hangingPunct="1">
              <a:lnSpc>
                <a:spcPct val="90000"/>
              </a:lnSpc>
            </a:pPr>
            <a:r>
              <a:rPr lang="tr-TR" altLang="en-US"/>
              <a:t>Learning is used when:</a:t>
            </a:r>
          </a:p>
          <a:p>
            <a:pPr lvl="1" eaLnBrk="1" hangingPunct="1">
              <a:lnSpc>
                <a:spcPct val="90000"/>
              </a:lnSpc>
            </a:pPr>
            <a:r>
              <a:rPr lang="tr-TR" altLang="en-US"/>
              <a:t>Human expertise does not exist (navigating on Mars),</a:t>
            </a:r>
          </a:p>
          <a:p>
            <a:pPr lvl="1" eaLnBrk="1" hangingPunct="1">
              <a:lnSpc>
                <a:spcPct val="90000"/>
              </a:lnSpc>
            </a:pPr>
            <a:r>
              <a:rPr lang="tr-TR" altLang="en-US"/>
              <a:t>Humans are unable to explain their expertise (speech recognition)</a:t>
            </a:r>
          </a:p>
          <a:p>
            <a:pPr lvl="1" eaLnBrk="1" hangingPunct="1">
              <a:lnSpc>
                <a:spcPct val="90000"/>
              </a:lnSpc>
            </a:pPr>
            <a:r>
              <a:rPr lang="tr-TR" altLang="en-US"/>
              <a:t>Solution changes in time (routing on a computer network)</a:t>
            </a:r>
          </a:p>
          <a:p>
            <a:pPr lvl="1" eaLnBrk="1" hangingPunct="1">
              <a:lnSpc>
                <a:spcPct val="90000"/>
              </a:lnSpc>
            </a:pPr>
            <a:r>
              <a:rPr lang="tr-TR" altLang="en-US"/>
              <a:t>Solution needs to be adapted to particular cases (user biometrics)</a:t>
            </a:r>
          </a:p>
        </p:txBody>
      </p:sp>
    </p:spTree>
    <p:extLst>
      <p:ext uri="{BB962C8B-B14F-4D97-AF65-F5344CB8AC3E}">
        <p14:creationId xmlns:p14="http://schemas.microsoft.com/office/powerpoint/2010/main" val="76934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491583" y="129609"/>
            <a:ext cx="6312152"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39" y="1168851"/>
            <a:ext cx="8398222" cy="922287"/>
          </a:xfrm>
          <a:prstGeom prst="rect">
            <a:avLst/>
          </a:prstGeom>
        </p:spPr>
        <p:txBody>
          <a:bodyPr vert="horz" wrap="square" lIns="0" tIns="0" rIns="0" bIns="0" rtlCol="0">
            <a:spAutoFit/>
          </a:bodyPr>
          <a:lstStyle/>
          <a:p>
            <a:pPr marL="0" marR="0">
              <a:lnSpc>
                <a:spcPts val="3662"/>
              </a:lnSpc>
              <a:spcBef>
                <a:spcPts val="0"/>
              </a:spcBef>
              <a:spcAft>
                <a:spcPts val="0"/>
              </a:spcAft>
            </a:pPr>
            <a:r>
              <a:rPr sz="3000" dirty="0">
                <a:solidFill>
                  <a:srgbClr val="000000"/>
                </a:solidFill>
                <a:latin typeface="LIJFOD+Calibri"/>
                <a:cs typeface="LIJFOD+Calibri"/>
              </a:rPr>
              <a:t>လ</a:t>
            </a:r>
          </a:p>
          <a:p>
            <a:pPr marL="168275" marR="0">
              <a:lnSpc>
                <a:spcPts val="3300"/>
              </a:lnSpc>
              <a:spcBef>
                <a:spcPts val="0"/>
              </a:spcBef>
              <a:spcAft>
                <a:spcPts val="0"/>
              </a:spcAft>
            </a:pPr>
            <a:r>
              <a:rPr sz="3000" spc="-14" dirty="0">
                <a:solidFill>
                  <a:srgbClr val="000000"/>
                </a:solidFill>
                <a:latin typeface="LIJFOD+Calibri"/>
                <a:cs typeface="LIJFOD+Calibri"/>
              </a:rPr>
              <a:t>ဝ</a:t>
            </a:r>
          </a:p>
        </p:txBody>
      </p:sp>
      <p:sp>
        <p:nvSpPr>
          <p:cNvPr id="5" name="object 5"/>
          <p:cNvSpPr txBox="1"/>
          <p:nvPr/>
        </p:nvSpPr>
        <p:spPr>
          <a:xfrm>
            <a:off x="3291838" y="2083251"/>
            <a:ext cx="2618444" cy="503187"/>
          </a:xfrm>
          <a:prstGeom prst="rect">
            <a:avLst/>
          </a:prstGeom>
        </p:spPr>
        <p:txBody>
          <a:bodyPr vert="horz" wrap="square" lIns="0" tIns="0" rIns="0" bIns="0" rtlCol="0">
            <a:spAutoFit/>
          </a:bodyPr>
          <a:lstStyle/>
          <a:p>
            <a:pPr marL="0" marR="0">
              <a:lnSpc>
                <a:spcPts val="3662"/>
              </a:lnSpc>
              <a:spcBef>
                <a:spcPts val="0"/>
              </a:spcBef>
              <a:spcAft>
                <a:spcPts val="0"/>
              </a:spcAft>
            </a:pPr>
            <a:r>
              <a:rPr sz="3000" dirty="0">
                <a:solidFill>
                  <a:srgbClr val="000000"/>
                </a:solidFill>
                <a:latin typeface="LIJFOD+Calibri"/>
                <a:cs typeface="LIJFOD+Calibri"/>
              </a:rPr>
              <a:t></a:t>
            </a:r>
            <a:r>
              <a:rPr sz="3000" spc="-81" dirty="0">
                <a:solidFill>
                  <a:srgbClr val="000000"/>
                </a:solidFill>
                <a:latin typeface="Times New Roman"/>
                <a:cs typeface="Times New Roman"/>
              </a:rPr>
              <a:t> </a:t>
            </a:r>
            <a:r>
              <a:rPr sz="3000" dirty="0">
                <a:solidFill>
                  <a:srgbClr val="000000"/>
                </a:solidFill>
                <a:latin typeface="LIJFOD+Calibri"/>
                <a:cs typeface="LIJFOD+Calibri"/>
              </a:rPr>
              <a:t></a:t>
            </a:r>
          </a:p>
        </p:txBody>
      </p:sp>
      <p:sp>
        <p:nvSpPr>
          <p:cNvPr id="6" name="object 6"/>
          <p:cNvSpPr txBox="1"/>
          <p:nvPr/>
        </p:nvSpPr>
        <p:spPr>
          <a:xfrm>
            <a:off x="548639" y="3099251"/>
            <a:ext cx="8172096" cy="2001787"/>
          </a:xfrm>
          <a:prstGeom prst="rect">
            <a:avLst/>
          </a:prstGeom>
        </p:spPr>
        <p:txBody>
          <a:bodyPr vert="horz" wrap="square" lIns="0" tIns="0" rIns="0" bIns="0" rtlCol="0">
            <a:spAutoFit/>
          </a:bodyPr>
          <a:lstStyle/>
          <a:p>
            <a:pPr marL="0" marR="0">
              <a:lnSpc>
                <a:spcPts val="3662"/>
              </a:lnSpc>
              <a:spcBef>
                <a:spcPts val="0"/>
              </a:spcBef>
              <a:spcAft>
                <a:spcPts val="0"/>
              </a:spcAft>
            </a:pPr>
            <a:r>
              <a:rPr sz="3000" spc="-10" dirty="0">
                <a:solidFill>
                  <a:srgbClr val="000000"/>
                </a:solidFill>
                <a:latin typeface="LIJFOD+Calibri"/>
                <a:cs typeface="LIJFOD+Calibri"/>
              </a:rPr>
              <a:t></a:t>
            </a:r>
          </a:p>
          <a:p>
            <a:pPr marL="457200" marR="0">
              <a:lnSpc>
                <a:spcPts val="3662"/>
              </a:lnSpc>
              <a:spcBef>
                <a:spcPts val="237"/>
              </a:spcBef>
              <a:spcAft>
                <a:spcPts val="0"/>
              </a:spcAft>
            </a:pPr>
            <a:r>
              <a:rPr sz="3000" dirty="0">
                <a:solidFill>
                  <a:srgbClr val="000000"/>
                </a:solidFill>
                <a:latin typeface="LIJFOD+Calibri"/>
                <a:cs typeface="LIJFOD+Calibri"/>
              </a:rPr>
              <a:t></a:t>
            </a:r>
          </a:p>
          <a:p>
            <a:pPr marL="455294" marR="0">
              <a:lnSpc>
                <a:spcPts val="3662"/>
              </a:lnSpc>
              <a:spcBef>
                <a:spcPts val="337"/>
              </a:spcBef>
              <a:spcAft>
                <a:spcPts val="0"/>
              </a:spcAft>
            </a:pPr>
            <a:r>
              <a:rPr sz="3000" dirty="0">
                <a:solidFill>
                  <a:srgbClr val="000000"/>
                </a:solidFill>
                <a:latin typeface="BUVCBA+ArialMT"/>
                <a:cs typeface="BUVCBA+ArialMT"/>
              </a:rPr>
              <a:t>ဢ</a:t>
            </a:r>
            <a:r>
              <a:rPr sz="3000" spc="1140" dirty="0">
                <a:solidFill>
                  <a:srgbClr val="000000"/>
                </a:solidFill>
                <a:latin typeface="Times New Roman"/>
                <a:cs typeface="Times New Roman"/>
              </a:rPr>
              <a:t> </a:t>
            </a:r>
            <a:r>
              <a:rPr sz="3000" dirty="0">
                <a:solidFill>
                  <a:srgbClr val="000000"/>
                </a:solidFill>
                <a:latin typeface="LIJFOD+Calibri"/>
                <a:cs typeface="LIJFOD+Calibri"/>
              </a:rPr>
              <a:t></a:t>
            </a:r>
            <a:r>
              <a:rPr sz="3000" dirty="0">
                <a:solidFill>
                  <a:srgbClr val="000000"/>
                </a:solidFill>
                <a:latin typeface="DJCJHN+Cmmi10"/>
                <a:cs typeface="DJCJHN+Cmmi10"/>
              </a:rPr>
              <a:t>P</a:t>
            </a:r>
          </a:p>
          <a:p>
            <a:pPr marL="455294" marR="0">
              <a:lnSpc>
                <a:spcPts val="3662"/>
              </a:lnSpc>
              <a:spcBef>
                <a:spcPts val="237"/>
              </a:spcBef>
              <a:spcAft>
                <a:spcPts val="0"/>
              </a:spcAft>
            </a:pPr>
            <a:r>
              <a:rPr sz="3000" dirty="0">
                <a:solidFill>
                  <a:srgbClr val="000000"/>
                </a:solidFill>
                <a:latin typeface="BUVCBA+ArialMT"/>
                <a:cs typeface="BUVCBA+ArialMT"/>
              </a:rPr>
              <a:t>ဢ</a:t>
            </a:r>
            <a:r>
              <a:rPr sz="3000" spc="1140" dirty="0">
                <a:solidFill>
                  <a:srgbClr val="000000"/>
                </a:solidFill>
                <a:latin typeface="Times New Roman"/>
                <a:cs typeface="Times New Roman"/>
              </a:rPr>
              <a:t> </a:t>
            </a:r>
            <a:r>
              <a:rPr sz="3000" dirty="0">
                <a:solidFill>
                  <a:srgbClr val="000000"/>
                </a:solidFill>
                <a:latin typeface="LIJFOD+Calibri"/>
                <a:cs typeface="LIJFOD+Calibri"/>
              </a:rPr>
              <a:t></a:t>
            </a:r>
            <a:r>
              <a:rPr sz="3000" dirty="0">
                <a:solidFill>
                  <a:srgbClr val="000000"/>
                </a:solidFill>
                <a:latin typeface="DJCJHN+Cmmi10"/>
                <a:cs typeface="DJCJHN+Cmmi10"/>
              </a:rPr>
              <a:t>T</a:t>
            </a:r>
          </a:p>
        </p:txBody>
      </p:sp>
      <p:sp>
        <p:nvSpPr>
          <p:cNvPr id="7" name="object 7"/>
          <p:cNvSpPr txBox="1"/>
          <p:nvPr/>
        </p:nvSpPr>
        <p:spPr>
          <a:xfrm>
            <a:off x="1003934" y="5105851"/>
            <a:ext cx="7828396" cy="1011187"/>
          </a:xfrm>
          <a:prstGeom prst="rect">
            <a:avLst/>
          </a:prstGeom>
        </p:spPr>
        <p:txBody>
          <a:bodyPr vert="horz" wrap="square" lIns="0" tIns="0" rIns="0" bIns="0" rtlCol="0">
            <a:spAutoFit/>
          </a:bodyPr>
          <a:lstStyle/>
          <a:p>
            <a:pPr marL="0" marR="0">
              <a:lnSpc>
                <a:spcPts val="3662"/>
              </a:lnSpc>
              <a:spcBef>
                <a:spcPts val="0"/>
              </a:spcBef>
              <a:spcAft>
                <a:spcPts val="0"/>
              </a:spcAft>
            </a:pPr>
            <a:r>
              <a:rPr sz="3000" dirty="0">
                <a:solidFill>
                  <a:srgbClr val="000000"/>
                </a:solidFill>
                <a:latin typeface="BUVCBA+ArialMT"/>
                <a:cs typeface="BUVCBA+ArialMT"/>
              </a:rPr>
              <a:t>ဢ</a:t>
            </a:r>
            <a:r>
              <a:rPr sz="3000" spc="1140" dirty="0">
                <a:solidFill>
                  <a:srgbClr val="000000"/>
                </a:solidFill>
                <a:latin typeface="Times New Roman"/>
                <a:cs typeface="Times New Roman"/>
              </a:rPr>
              <a:t> </a:t>
            </a:r>
            <a:r>
              <a:rPr sz="3000" dirty="0">
                <a:solidFill>
                  <a:srgbClr val="000000"/>
                </a:solidFill>
                <a:latin typeface="LIJFOD+Calibri"/>
                <a:cs typeface="LIJFOD+Calibri"/>
              </a:rPr>
              <a:t></a:t>
            </a:r>
            <a:r>
              <a:rPr sz="3000" dirty="0">
                <a:solidFill>
                  <a:srgbClr val="000000"/>
                </a:solidFill>
                <a:latin typeface="DJCJHN+Cmmi10"/>
                <a:cs typeface="DJCJHN+Cmmi10"/>
              </a:rPr>
              <a:t>E</a:t>
            </a:r>
            <a:r>
              <a:rPr sz="3000" dirty="0">
                <a:solidFill>
                  <a:srgbClr val="000000"/>
                </a:solidFill>
                <a:latin typeface="LIJFOD+Calibri"/>
                <a:cs typeface="LIJFOD+Calibri"/>
              </a:rPr>
              <a:t></a:t>
            </a:r>
          </a:p>
          <a:p>
            <a:pPr marL="0" marR="0">
              <a:lnSpc>
                <a:spcPts val="3662"/>
              </a:lnSpc>
              <a:spcBef>
                <a:spcPts val="337"/>
              </a:spcBef>
              <a:spcAft>
                <a:spcPts val="0"/>
              </a:spcAft>
            </a:pPr>
            <a:r>
              <a:rPr sz="3000" dirty="0">
                <a:solidFill>
                  <a:srgbClr val="000000"/>
                </a:solidFill>
                <a:latin typeface="LIJFOD+Calibri"/>
                <a:cs typeface="LIJFOD+Calibri"/>
              </a:rPr>
              <a:t></a:t>
            </a:r>
            <a:r>
              <a:rPr sz="3000" dirty="0">
                <a:solidFill>
                  <a:srgbClr val="000000"/>
                </a:solidFill>
                <a:latin typeface="DJCJHN+Cmmi10"/>
                <a:cs typeface="DJCJHN+Cmmi10"/>
              </a:rPr>
              <a:t>P</a:t>
            </a:r>
            <a:r>
              <a:rPr sz="3000" dirty="0">
                <a:solidFill>
                  <a:srgbClr val="000000"/>
                </a:solidFill>
                <a:latin typeface="LIJFOD+Calibri"/>
                <a:cs typeface="LIJFOD+Calibri"/>
              </a:rPr>
              <a:t></a:t>
            </a:r>
            <a:r>
              <a:rPr sz="3000" dirty="0">
                <a:solidFill>
                  <a:srgbClr val="000000"/>
                </a:solidFill>
                <a:latin typeface="DJCJHN+Cmmi10"/>
                <a:cs typeface="DJCJHN+Cmmi10"/>
              </a:rPr>
              <a:t>T</a:t>
            </a:r>
            <a:r>
              <a:rPr sz="3000" dirty="0">
                <a:solidFill>
                  <a:srgbClr val="000000"/>
                </a:solidFill>
                <a:latin typeface="LIJFOD+Calibri"/>
                <a:cs typeface="LIJFOD+Calibri"/>
              </a:rPr>
              <a:t></a:t>
            </a:r>
            <a:r>
              <a:rPr sz="3000" dirty="0">
                <a:solidFill>
                  <a:srgbClr val="000000"/>
                </a:solidFill>
                <a:latin typeface="DJCJHN+Cmmi10"/>
                <a:cs typeface="DJCJHN+Cmmi10"/>
              </a:rPr>
              <a:t>E</a:t>
            </a:r>
            <a:r>
              <a:rPr sz="3000" dirty="0">
                <a:solidFill>
                  <a:srgbClr val="000000"/>
                </a:solidFill>
                <a:latin typeface="LIJFOD+Calibri"/>
                <a:cs typeface="LIJFOD+Calibri"/>
              </a:rPr>
              <a:t></a:t>
            </a:r>
          </a:p>
        </p:txBody>
      </p:sp>
      <p:sp>
        <p:nvSpPr>
          <p:cNvPr id="8" name="object 8"/>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32790" y="649366"/>
            <a:ext cx="437495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spc="-16" dirty="0">
                <a:solidFill>
                  <a:srgbClr val="C0504D"/>
                </a:solidFill>
                <a:latin typeface="IRWNGG+Calibri-Bold"/>
                <a:cs typeface="IRWNGG+Calibri-Bold"/>
              </a:rPr>
              <a:t></a:t>
            </a:r>
          </a:p>
        </p:txBody>
      </p:sp>
      <p:sp>
        <p:nvSpPr>
          <p:cNvPr id="4" name="object 4"/>
          <p:cNvSpPr txBox="1"/>
          <p:nvPr/>
        </p:nvSpPr>
        <p:spPr>
          <a:xfrm>
            <a:off x="1447165" y="1732042"/>
            <a:ext cx="927893"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spc="-18" dirty="0">
                <a:solidFill>
                  <a:srgbClr val="000000"/>
                </a:solidFill>
                <a:latin typeface="LIJFOD+Calibri"/>
                <a:cs typeface="LIJFOD+Calibri"/>
              </a:rPr>
              <a:t></a:t>
            </a:r>
          </a:p>
        </p:txBody>
      </p:sp>
      <p:sp>
        <p:nvSpPr>
          <p:cNvPr id="5" name="object 5"/>
          <p:cNvSpPr txBox="1"/>
          <p:nvPr/>
        </p:nvSpPr>
        <p:spPr>
          <a:xfrm>
            <a:off x="6873240" y="2020967"/>
            <a:ext cx="1337649"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6" name="object 6"/>
          <p:cNvSpPr txBox="1"/>
          <p:nvPr/>
        </p:nvSpPr>
        <p:spPr>
          <a:xfrm>
            <a:off x="3855688" y="2112406"/>
            <a:ext cx="1815107"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7" name="object 7"/>
          <p:cNvSpPr txBox="1"/>
          <p:nvPr/>
        </p:nvSpPr>
        <p:spPr>
          <a:xfrm>
            <a:off x="777240" y="2401967"/>
            <a:ext cx="1570632"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spc="-19" dirty="0">
                <a:solidFill>
                  <a:srgbClr val="000000"/>
                </a:solidFill>
                <a:latin typeface="LIJFOD+Calibri"/>
                <a:cs typeface="LIJFOD+Calibri"/>
              </a:rPr>
              <a:t></a:t>
            </a:r>
          </a:p>
        </p:txBody>
      </p:sp>
      <p:sp>
        <p:nvSpPr>
          <p:cNvPr id="8" name="object 8"/>
          <p:cNvSpPr txBox="1"/>
          <p:nvPr/>
        </p:nvSpPr>
        <p:spPr>
          <a:xfrm>
            <a:off x="732790" y="3570367"/>
            <a:ext cx="316091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C0504D"/>
                </a:solidFill>
                <a:latin typeface="IRWNGG+Calibri-Bold"/>
                <a:cs typeface="IRWNGG+Calibri-Bold"/>
              </a:rPr>
              <a:t></a:t>
            </a:r>
          </a:p>
        </p:txBody>
      </p:sp>
      <p:sp>
        <p:nvSpPr>
          <p:cNvPr id="9" name="object 9"/>
          <p:cNvSpPr txBox="1"/>
          <p:nvPr/>
        </p:nvSpPr>
        <p:spPr>
          <a:xfrm>
            <a:off x="1523365" y="4551442"/>
            <a:ext cx="927893"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spc="-18" dirty="0">
                <a:solidFill>
                  <a:srgbClr val="000000"/>
                </a:solidFill>
                <a:latin typeface="LIJFOD+Calibri"/>
                <a:cs typeface="LIJFOD+Calibri"/>
              </a:rPr>
              <a:t></a:t>
            </a:r>
          </a:p>
        </p:txBody>
      </p:sp>
      <p:sp>
        <p:nvSpPr>
          <p:cNvPr id="10" name="object 10"/>
          <p:cNvSpPr txBox="1"/>
          <p:nvPr/>
        </p:nvSpPr>
        <p:spPr>
          <a:xfrm>
            <a:off x="6949440" y="4840367"/>
            <a:ext cx="1570632"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spc="-19" dirty="0">
                <a:solidFill>
                  <a:srgbClr val="000000"/>
                </a:solidFill>
                <a:latin typeface="LIJFOD+Calibri"/>
                <a:cs typeface="LIJFOD+Calibri"/>
              </a:rPr>
              <a:t></a:t>
            </a:r>
          </a:p>
        </p:txBody>
      </p:sp>
      <p:sp>
        <p:nvSpPr>
          <p:cNvPr id="11" name="object 11"/>
          <p:cNvSpPr txBox="1"/>
          <p:nvPr/>
        </p:nvSpPr>
        <p:spPr>
          <a:xfrm>
            <a:off x="3931888" y="4931806"/>
            <a:ext cx="1815107"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12" name="object 12"/>
          <p:cNvSpPr txBox="1"/>
          <p:nvPr/>
        </p:nvSpPr>
        <p:spPr>
          <a:xfrm>
            <a:off x="1158240" y="5297567"/>
            <a:ext cx="1337649"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13" name="object 13"/>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14" name="object 14"/>
          <p:cNvSpPr txBox="1"/>
          <p:nvPr/>
        </p:nvSpPr>
        <p:spPr>
          <a:xfrm>
            <a:off x="91440" y="6590718"/>
            <a:ext cx="224102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714754" y="129609"/>
            <a:ext cx="5940127"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24" dirty="0">
                <a:solidFill>
                  <a:srgbClr val="000000"/>
                </a:solidFill>
                <a:latin typeface="LIJFOD+Calibri"/>
                <a:cs typeface="LIJFOD+Calibri"/>
              </a:rPr>
              <a:t>မ</a:t>
            </a:r>
          </a:p>
        </p:txBody>
      </p:sp>
      <p:sp>
        <p:nvSpPr>
          <p:cNvPr id="4" name="object 4"/>
          <p:cNvSpPr txBox="1"/>
          <p:nvPr/>
        </p:nvSpPr>
        <p:spPr>
          <a:xfrm>
            <a:off x="548640" y="1157367"/>
            <a:ext cx="8178601" cy="15120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လ</a:t>
            </a:r>
          </a:p>
          <a:p>
            <a:pPr marL="0" marR="0">
              <a:lnSpc>
                <a:spcPts val="3800"/>
              </a:lnSpc>
              <a:spcBef>
                <a:spcPts val="0"/>
              </a:spcBef>
              <a:spcAft>
                <a:spcPts val="0"/>
              </a:spcAft>
            </a:pPr>
            <a:r>
              <a:rPr sz="3200" dirty="0">
                <a:solidFill>
                  <a:srgbClr val="000000"/>
                </a:solidFill>
                <a:latin typeface="LIJFOD+Calibri"/>
                <a:cs typeface="LIJFOD+Calibri"/>
              </a:rPr>
              <a:t></a:t>
            </a:r>
          </a:p>
          <a:p>
            <a:pPr marL="0" marR="0">
              <a:lnSpc>
                <a:spcPts val="3900"/>
              </a:lnSpc>
              <a:spcBef>
                <a:spcPts val="0"/>
              </a:spcBef>
              <a:spcAft>
                <a:spcPts val="0"/>
              </a:spcAft>
            </a:pPr>
            <a:r>
              <a:rPr sz="3200" dirty="0">
                <a:solidFill>
                  <a:srgbClr val="000000"/>
                </a:solidFill>
                <a:latin typeface="LIJFOD+Calibri"/>
                <a:cs typeface="LIJFOD+Calibri"/>
              </a:rPr>
              <a:t>ဝ</a:t>
            </a:r>
          </a:p>
        </p:txBody>
      </p:sp>
      <p:sp>
        <p:nvSpPr>
          <p:cNvPr id="5" name="object 5"/>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42569" y="144958"/>
            <a:ext cx="7834908" cy="658217"/>
          </a:xfrm>
          <a:prstGeom prst="rect">
            <a:avLst/>
          </a:prstGeom>
        </p:spPr>
        <p:txBody>
          <a:bodyPr vert="horz" wrap="square" lIns="0" tIns="0" rIns="0" bIns="0" rtlCol="0">
            <a:spAutoFit/>
          </a:bodyPr>
          <a:lstStyle/>
          <a:p>
            <a:pPr marL="0" marR="0">
              <a:lnSpc>
                <a:spcPts val="4882"/>
              </a:lnSpc>
              <a:spcBef>
                <a:spcPts val="0"/>
              </a:spcBef>
              <a:spcAft>
                <a:spcPts val="0"/>
              </a:spcAft>
            </a:pPr>
            <a:r>
              <a:rPr sz="4000" dirty="0">
                <a:solidFill>
                  <a:srgbClr val="000000"/>
                </a:solidFill>
                <a:latin typeface="LIJFOD+Calibri"/>
                <a:cs typeface="LIJFOD+Calibri"/>
              </a:rPr>
              <a:t></a:t>
            </a:r>
          </a:p>
        </p:txBody>
      </p:sp>
      <p:sp>
        <p:nvSpPr>
          <p:cNvPr id="4" name="object 4"/>
          <p:cNvSpPr txBox="1"/>
          <p:nvPr/>
        </p:nvSpPr>
        <p:spPr>
          <a:xfrm>
            <a:off x="548640" y="1116836"/>
            <a:ext cx="2660550" cy="472181"/>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r>
              <a:rPr sz="2800" spc="-61"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5" name="object 5"/>
          <p:cNvSpPr txBox="1"/>
          <p:nvPr/>
        </p:nvSpPr>
        <p:spPr>
          <a:xfrm>
            <a:off x="548640" y="1584305"/>
            <a:ext cx="7616727" cy="16166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r>
              <a:rPr sz="2400" spc="-58" dirty="0">
                <a:solidFill>
                  <a:srgbClr val="000000"/>
                </a:solidFill>
                <a:latin typeface="Times New Roman"/>
                <a:cs typeface="Times New Roman"/>
              </a:rPr>
              <a:t> </a:t>
            </a:r>
            <a:r>
              <a:rPr sz="2400" dirty="0">
                <a:solidFill>
                  <a:srgbClr val="000000"/>
                </a:solidFill>
                <a:latin typeface="LIJFOD+Calibri"/>
                <a:cs typeface="LIJFOD+Calibri"/>
              </a:rPr>
              <a:t></a:t>
            </a:r>
            <a:r>
              <a:rPr sz="2400" spc="-65" dirty="0">
                <a:solidFill>
                  <a:srgbClr val="000000"/>
                </a:solidFill>
                <a:latin typeface="Times New Roman"/>
                <a:cs typeface="Times New Roman"/>
              </a:rPr>
              <a:t> </a:t>
            </a:r>
            <a:r>
              <a:rPr sz="2400" dirty="0">
                <a:solidFill>
                  <a:srgbClr val="000000"/>
                </a:solidFill>
                <a:latin typeface="LIJFOD+Calibri"/>
                <a:cs typeface="LIJFOD+Calibri"/>
              </a:rPr>
              <a:t></a:t>
            </a:r>
            <a:r>
              <a:rPr sz="2400" spc="-57" dirty="0">
                <a:solidFill>
                  <a:srgbClr val="000000"/>
                </a:solidFill>
                <a:latin typeface="Times New Roman"/>
                <a:cs typeface="Times New Roman"/>
              </a:rPr>
              <a:t> </a:t>
            </a:r>
            <a:r>
              <a:rPr sz="2400" spc="-11" dirty="0">
                <a:solidFill>
                  <a:srgbClr val="000000"/>
                </a:solidFill>
                <a:latin typeface="LIJFOD+Calibri"/>
                <a:cs typeface="LIJFOD+Calibri"/>
              </a:rPr>
              <a:t></a:t>
            </a:r>
            <a:r>
              <a:rPr sz="2400" spc="-54" dirty="0">
                <a:solidFill>
                  <a:srgbClr val="000000"/>
                </a:solidFill>
                <a:latin typeface="Times New Roman"/>
                <a:cs typeface="Times New Roman"/>
              </a:rPr>
              <a:t> </a:t>
            </a:r>
            <a:r>
              <a:rPr sz="2400" dirty="0">
                <a:solidFill>
                  <a:srgbClr val="000000"/>
                </a:solidFill>
                <a:latin typeface="LIJFOD+Calibri"/>
                <a:cs typeface="LIJFOD+Calibri"/>
              </a:rPr>
              <a:t></a:t>
            </a:r>
          </a:p>
          <a:p>
            <a:pPr marL="0" marR="0">
              <a:lnSpc>
                <a:spcPts val="2929"/>
              </a:lnSpc>
              <a:spcBef>
                <a:spcPts val="17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r>
              <a:rPr sz="2400" spc="-64" dirty="0">
                <a:solidFill>
                  <a:srgbClr val="000000"/>
                </a:solidFill>
                <a:latin typeface="Times New Roman"/>
                <a:cs typeface="Times New Roman"/>
              </a:rPr>
              <a:t> </a:t>
            </a:r>
            <a:r>
              <a:rPr sz="2400" dirty="0">
                <a:solidFill>
                  <a:srgbClr val="000000"/>
                </a:solidFill>
                <a:latin typeface="LIJFOD+Calibri"/>
                <a:cs typeface="LIJFOD+Calibri"/>
              </a:rPr>
              <a:t>မ</a:t>
            </a:r>
            <a:r>
              <a:rPr sz="2400" spc="-61" dirty="0">
                <a:solidFill>
                  <a:srgbClr val="000000"/>
                </a:solidFill>
                <a:latin typeface="Times New Roman"/>
                <a:cs typeface="Times New Roman"/>
              </a:rPr>
              <a:t> </a:t>
            </a:r>
            <a:r>
              <a:rPr sz="2400" dirty="0">
                <a:solidFill>
                  <a:srgbClr val="000000"/>
                </a:solidFill>
                <a:latin typeface="LIJFOD+Calibri"/>
                <a:cs typeface="LIJFOD+Calibri"/>
              </a:rPr>
              <a:t></a:t>
            </a:r>
            <a:r>
              <a:rPr sz="2400" spc="-52" dirty="0">
                <a:solidFill>
                  <a:srgbClr val="000000"/>
                </a:solidFill>
                <a:latin typeface="Times New Roman"/>
                <a:cs typeface="Times New Roman"/>
              </a:rPr>
              <a:t> </a:t>
            </a:r>
            <a:r>
              <a:rPr sz="2400" dirty="0">
                <a:solidFill>
                  <a:srgbClr val="000000"/>
                </a:solidFill>
                <a:latin typeface="LIJFOD+Calibri"/>
                <a:cs typeface="LIJFOD+Calibri"/>
              </a:rPr>
              <a:t></a:t>
            </a:r>
            <a:r>
              <a:rPr sz="2400" spc="-64" dirty="0">
                <a:solidFill>
                  <a:srgbClr val="000000"/>
                </a:solidFill>
                <a:latin typeface="Times New Roman"/>
                <a:cs typeface="Times New Roman"/>
              </a:rPr>
              <a:t> </a:t>
            </a:r>
            <a:r>
              <a:rPr sz="2400" dirty="0">
                <a:solidFill>
                  <a:srgbClr val="000000"/>
                </a:solidFill>
                <a:latin typeface="LIJFOD+Calibri"/>
                <a:cs typeface="LIJFOD+Calibri"/>
              </a:rPr>
              <a:t></a:t>
            </a:r>
            <a:r>
              <a:rPr sz="2400" spc="-57" dirty="0">
                <a:solidFill>
                  <a:srgbClr val="000000"/>
                </a:solidFill>
                <a:latin typeface="Times New Roman"/>
                <a:cs typeface="Times New Roman"/>
              </a:rPr>
              <a:t> </a:t>
            </a:r>
            <a:r>
              <a:rPr sz="2400" dirty="0">
                <a:solidFill>
                  <a:srgbClr val="000000"/>
                </a:solidFill>
                <a:latin typeface="LIJFOD+Calibri"/>
                <a:cs typeface="LIJFOD+Calibri"/>
              </a:rPr>
              <a:t></a:t>
            </a:r>
            <a:r>
              <a:rPr sz="2400" spc="-58" dirty="0">
                <a:solidFill>
                  <a:srgbClr val="000000"/>
                </a:solidFill>
                <a:latin typeface="Times New Roman"/>
                <a:cs typeface="Times New Roman"/>
              </a:rPr>
              <a:t> </a:t>
            </a:r>
            <a:r>
              <a:rPr sz="2400" dirty="0">
                <a:solidFill>
                  <a:srgbClr val="000000"/>
                </a:solidFill>
                <a:latin typeface="LIJFOD+Calibri"/>
                <a:cs typeface="LIJFOD+Calibri"/>
              </a:rPr>
              <a:t></a:t>
            </a:r>
          </a:p>
          <a:p>
            <a:pPr marL="0" marR="0">
              <a:lnSpc>
                <a:spcPts val="2929"/>
              </a:lnSpc>
              <a:spcBef>
                <a:spcPts val="27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r>
              <a:rPr sz="2400" spc="-66" dirty="0">
                <a:solidFill>
                  <a:srgbClr val="000000"/>
                </a:solidFill>
                <a:latin typeface="Times New Roman"/>
                <a:cs typeface="Times New Roman"/>
              </a:rPr>
              <a:t> </a:t>
            </a:r>
            <a:r>
              <a:rPr sz="2400" spc="-10" dirty="0">
                <a:solidFill>
                  <a:srgbClr val="000000"/>
                </a:solidFill>
                <a:latin typeface="LIJFOD+Calibri"/>
                <a:cs typeface="LIJFOD+Calibri"/>
              </a:rPr>
              <a:t></a:t>
            </a:r>
            <a:r>
              <a:rPr sz="2400" spc="-57" dirty="0">
                <a:solidFill>
                  <a:srgbClr val="000000"/>
                </a:solidFill>
                <a:latin typeface="Times New Roman"/>
                <a:cs typeface="Times New Roman"/>
              </a:rPr>
              <a:t> </a:t>
            </a:r>
            <a:r>
              <a:rPr sz="2400" dirty="0">
                <a:solidFill>
                  <a:srgbClr val="000000"/>
                </a:solidFill>
                <a:latin typeface="LIJFOD+Calibri"/>
                <a:cs typeface="LIJFOD+Calibri"/>
              </a:rPr>
              <a:t></a:t>
            </a:r>
            <a:r>
              <a:rPr sz="2400" spc="-51" dirty="0">
                <a:solidFill>
                  <a:srgbClr val="000000"/>
                </a:solidFill>
                <a:latin typeface="Times New Roman"/>
                <a:cs typeface="Times New Roman"/>
              </a:rPr>
              <a:t> </a:t>
            </a:r>
            <a:r>
              <a:rPr sz="2400" dirty="0">
                <a:solidFill>
                  <a:srgbClr val="000000"/>
                </a:solidFill>
                <a:latin typeface="LIJFOD+Calibri"/>
                <a:cs typeface="LIJFOD+Calibri"/>
              </a:rPr>
              <a:t></a:t>
            </a:r>
            <a:r>
              <a:rPr sz="2400" spc="-54" dirty="0">
                <a:solidFill>
                  <a:srgbClr val="000000"/>
                </a:solidFill>
                <a:latin typeface="Times New Roman"/>
                <a:cs typeface="Times New Roman"/>
              </a:rPr>
              <a:t> </a:t>
            </a:r>
            <a:r>
              <a:rPr sz="2400" dirty="0">
                <a:solidFill>
                  <a:srgbClr val="000000"/>
                </a:solidFill>
                <a:latin typeface="LIJFOD+Calibri"/>
                <a:cs typeface="LIJFOD+Calibri"/>
              </a:rPr>
              <a:t></a:t>
            </a:r>
          </a:p>
          <a:p>
            <a:pPr marL="0" marR="0">
              <a:lnSpc>
                <a:spcPts val="2929"/>
              </a:lnSpc>
              <a:spcBef>
                <a:spcPts val="27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r>
              <a:rPr sz="2400" spc="-66" dirty="0">
                <a:solidFill>
                  <a:srgbClr val="000000"/>
                </a:solidFill>
                <a:latin typeface="Times New Roman"/>
                <a:cs typeface="Times New Roman"/>
              </a:rPr>
              <a:t> </a:t>
            </a:r>
            <a:r>
              <a:rPr sz="2400" spc="-15" dirty="0">
                <a:solidFill>
                  <a:srgbClr val="000000"/>
                </a:solidFill>
                <a:latin typeface="LIJFOD+Calibri"/>
                <a:cs typeface="LIJFOD+Calibri"/>
              </a:rPr>
              <a:t></a:t>
            </a:r>
            <a:r>
              <a:rPr sz="2400" spc="-42" dirty="0">
                <a:solidFill>
                  <a:srgbClr val="000000"/>
                </a:solidFill>
                <a:latin typeface="Times New Roman"/>
                <a:cs typeface="Times New Roman"/>
              </a:rPr>
              <a:t> </a:t>
            </a:r>
            <a:r>
              <a:rPr sz="2400" dirty="0">
                <a:solidFill>
                  <a:srgbClr val="000000"/>
                </a:solidFill>
                <a:latin typeface="LIJFOD+Calibri"/>
                <a:cs typeface="LIJFOD+Calibri"/>
              </a:rPr>
              <a:t></a:t>
            </a:r>
            <a:r>
              <a:rPr sz="2400" spc="-63" dirty="0">
                <a:solidFill>
                  <a:srgbClr val="000000"/>
                </a:solidFill>
                <a:latin typeface="Times New Roman"/>
                <a:cs typeface="Times New Roman"/>
              </a:rPr>
              <a:t> </a:t>
            </a:r>
            <a:r>
              <a:rPr sz="2400" dirty="0">
                <a:solidFill>
                  <a:srgbClr val="000000"/>
                </a:solidFill>
                <a:latin typeface="LIJFOD+Calibri"/>
                <a:cs typeface="LIJFOD+Calibri"/>
              </a:rPr>
              <a:t></a:t>
            </a:r>
            <a:r>
              <a:rPr sz="2400" spc="-52" dirty="0">
                <a:solidFill>
                  <a:srgbClr val="000000"/>
                </a:solidFill>
                <a:latin typeface="Times New Roman"/>
                <a:cs typeface="Times New Roman"/>
              </a:rPr>
              <a:t> </a:t>
            </a:r>
            <a:r>
              <a:rPr sz="2400" dirty="0">
                <a:solidFill>
                  <a:srgbClr val="000000"/>
                </a:solidFill>
                <a:latin typeface="LIJFOD+Calibri"/>
                <a:cs typeface="LIJFOD+Calibri"/>
              </a:rPr>
              <a:t></a:t>
            </a:r>
            <a:r>
              <a:rPr sz="2400" spc="-61"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6" name="object 6"/>
          <p:cNvSpPr txBox="1"/>
          <p:nvPr/>
        </p:nvSpPr>
        <p:spPr>
          <a:xfrm>
            <a:off x="91440" y="5536436"/>
            <a:ext cx="6693469" cy="1310456"/>
          </a:xfrm>
          <a:prstGeom prst="rect">
            <a:avLst/>
          </a:prstGeom>
        </p:spPr>
        <p:txBody>
          <a:bodyPr vert="horz" wrap="square" lIns="0" tIns="0" rIns="0" bIns="0" rtlCol="0">
            <a:spAutoFit/>
          </a:bodyPr>
          <a:lstStyle/>
          <a:p>
            <a:pPr marL="457200" marR="0">
              <a:lnSpc>
                <a:spcPts val="3417"/>
              </a:lnSpc>
              <a:spcBef>
                <a:spcPts val="0"/>
              </a:spcBef>
              <a:spcAft>
                <a:spcPts val="0"/>
              </a:spcAft>
            </a:pPr>
            <a:r>
              <a:rPr sz="2800" dirty="0">
                <a:solidFill>
                  <a:srgbClr val="000000"/>
                </a:solidFill>
                <a:latin typeface="LIJFOD+Calibri"/>
                <a:cs typeface="LIJFOD+Calibri"/>
              </a:rPr>
              <a:t>မ</a:t>
            </a:r>
            <a:r>
              <a:rPr sz="2800" spc="-58" dirty="0">
                <a:solidFill>
                  <a:srgbClr val="000000"/>
                </a:solidFill>
                <a:latin typeface="Times New Roman"/>
                <a:cs typeface="Times New Roman"/>
              </a:rPr>
              <a:t> </a:t>
            </a:r>
            <a:r>
              <a:rPr sz="2800" spc="-25" dirty="0">
                <a:solidFill>
                  <a:srgbClr val="000000"/>
                </a:solidFill>
                <a:latin typeface="LIJFOD+Calibri"/>
                <a:cs typeface="LIJFOD+Calibri"/>
              </a:rPr>
              <a:t></a:t>
            </a:r>
            <a:r>
              <a:rPr sz="2800" spc="-30" dirty="0">
                <a:solidFill>
                  <a:srgbClr val="000000"/>
                </a:solidFill>
                <a:latin typeface="Times New Roman"/>
                <a:cs typeface="Times New Roman"/>
              </a:rPr>
              <a:t> </a:t>
            </a:r>
            <a:r>
              <a:rPr sz="2800" dirty="0">
                <a:solidFill>
                  <a:srgbClr val="000000"/>
                </a:solidFill>
                <a:latin typeface="LIJFOD+Calibri"/>
                <a:cs typeface="LIJFOD+Calibri"/>
              </a:rPr>
              <a:t></a:t>
            </a:r>
          </a:p>
          <a:p>
            <a:pPr marL="457200" marR="0">
              <a:lnSpc>
                <a:spcPts val="2929"/>
              </a:lnSpc>
              <a:spcBef>
                <a:spcPts val="262"/>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r>
              <a:rPr sz="2400" spc="-49" dirty="0">
                <a:solidFill>
                  <a:srgbClr val="000000"/>
                </a:solidFill>
                <a:latin typeface="Times New Roman"/>
                <a:cs typeface="Times New Roman"/>
              </a:rPr>
              <a:t> </a:t>
            </a:r>
            <a:r>
              <a:rPr sz="2400" dirty="0">
                <a:solidFill>
                  <a:srgbClr val="000000"/>
                </a:solidFill>
                <a:latin typeface="LIJFOD+Calibri"/>
                <a:cs typeface="LIJFOD+Calibri"/>
              </a:rPr>
              <a:t></a:t>
            </a:r>
            <a:r>
              <a:rPr sz="2400" spc="-64" dirty="0">
                <a:solidFill>
                  <a:srgbClr val="000000"/>
                </a:solidFill>
                <a:latin typeface="Times New Roman"/>
                <a:cs typeface="Times New Roman"/>
              </a:rPr>
              <a:t> </a:t>
            </a:r>
            <a:r>
              <a:rPr sz="2400" dirty="0">
                <a:solidFill>
                  <a:srgbClr val="000000"/>
                </a:solidFill>
                <a:latin typeface="LIJFOD+Calibri"/>
                <a:cs typeface="LIJFOD+Calibri"/>
              </a:rPr>
              <a:t></a:t>
            </a:r>
            <a:r>
              <a:rPr sz="2400" spc="-65" dirty="0">
                <a:solidFill>
                  <a:srgbClr val="000000"/>
                </a:solidFill>
                <a:latin typeface="Times New Roman"/>
                <a:cs typeface="Times New Roman"/>
              </a:rPr>
              <a:t> </a:t>
            </a:r>
            <a:r>
              <a:rPr sz="2400" spc="-25" dirty="0">
                <a:solidFill>
                  <a:srgbClr val="000000"/>
                </a:solidFill>
                <a:latin typeface="LIJFOD+Calibri"/>
                <a:cs typeface="LIJFOD+Calibri"/>
              </a:rPr>
              <a:t></a:t>
            </a:r>
            <a:r>
              <a:rPr sz="2400" spc="-40" dirty="0">
                <a:solidFill>
                  <a:srgbClr val="000000"/>
                </a:solidFill>
                <a:latin typeface="Times New Roman"/>
                <a:cs typeface="Times New Roman"/>
              </a:rPr>
              <a:t> </a:t>
            </a:r>
            <a:r>
              <a:rPr sz="2400" dirty="0">
                <a:solidFill>
                  <a:srgbClr val="000000"/>
                </a:solidFill>
                <a:latin typeface="LIJFOD+Calibri"/>
                <a:cs typeface="LIJFOD+Calibri"/>
              </a:rPr>
              <a:t>လဝ</a:t>
            </a:r>
            <a:r>
              <a:rPr sz="2400" spc="-62" dirty="0">
                <a:solidFill>
                  <a:srgbClr val="000000"/>
                </a:solidFill>
                <a:latin typeface="Times New Roman"/>
                <a:cs typeface="Times New Roman"/>
              </a:rPr>
              <a:t> </a:t>
            </a:r>
            <a:r>
              <a:rPr sz="2400" dirty="0">
                <a:solidFill>
                  <a:srgbClr val="000000"/>
                </a:solidFill>
                <a:latin typeface="LIJFOD+Calibri"/>
                <a:cs typeface="LIJFOD+Calibri"/>
              </a:rPr>
              <a:t></a:t>
            </a:r>
            <a:r>
              <a:rPr sz="2400" spc="-45" dirty="0">
                <a:solidFill>
                  <a:srgbClr val="000000"/>
                </a:solidFill>
                <a:latin typeface="Times New Roman"/>
                <a:cs typeface="Times New Roman"/>
              </a:rPr>
              <a:t> </a:t>
            </a:r>
            <a:r>
              <a:rPr sz="2400" spc="-14" dirty="0">
                <a:solidFill>
                  <a:srgbClr val="000000"/>
                </a:solidFill>
                <a:latin typeface="LIJFOD+Calibri"/>
                <a:cs typeface="LIJFOD+Calibri"/>
              </a:rPr>
              <a:t></a:t>
            </a:r>
          </a:p>
          <a:p>
            <a:pPr marL="0" marR="0">
              <a:lnSpc>
                <a:spcPts val="1708"/>
              </a:lnSpc>
              <a:spcBef>
                <a:spcPts val="1699"/>
              </a:spcBef>
              <a:spcAft>
                <a:spcPts val="0"/>
              </a:spcAft>
            </a:pPr>
            <a:r>
              <a:rPr sz="1400" dirty="0">
                <a:solidFill>
                  <a:srgbClr val="000000"/>
                </a:solidFill>
                <a:latin typeface="LIJFOD+Calibri"/>
                <a:cs typeface="LIJFOD+Calibri"/>
              </a:rPr>
              <a:t></a:t>
            </a:r>
          </a:p>
        </p:txBody>
      </p:sp>
      <p:sp>
        <p:nvSpPr>
          <p:cNvPr id="7" name="object 7"/>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25102" y="11109"/>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22993" y="294828"/>
            <a:ext cx="8660929" cy="906274"/>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p>
          <a:p>
            <a:pPr marL="1597278" marR="0">
              <a:lnSpc>
                <a:spcPts val="3417"/>
              </a:lnSpc>
              <a:spcBef>
                <a:spcPts val="382"/>
              </a:spcBef>
              <a:spcAft>
                <a:spcPts val="0"/>
              </a:spcAft>
            </a:pPr>
            <a:r>
              <a:rPr sz="2800" dirty="0">
                <a:solidFill>
                  <a:srgbClr val="000000"/>
                </a:solidFill>
                <a:highlight>
                  <a:srgbClr val="FFFF00"/>
                </a:highlight>
                <a:latin typeface="LIJFOD+Calibri"/>
                <a:cs typeface="LIJFOD+Calibri"/>
              </a:rPr>
              <a:t></a:t>
            </a:r>
          </a:p>
        </p:txBody>
      </p:sp>
      <p:sp>
        <p:nvSpPr>
          <p:cNvPr id="4" name="object 4"/>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5" name="object 5"/>
          <p:cNvSpPr txBox="1"/>
          <p:nvPr/>
        </p:nvSpPr>
        <p:spPr>
          <a:xfrm>
            <a:off x="91440" y="6591751"/>
            <a:ext cx="2210730"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029176" y="141366"/>
            <a:ext cx="7365206" cy="10167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a:p>
            <a:pPr marL="573341" marR="0">
              <a:lnSpc>
                <a:spcPts val="3800"/>
              </a:lnSpc>
              <a:spcBef>
                <a:spcPts val="0"/>
              </a:spcBef>
              <a:spcAft>
                <a:spcPts val="0"/>
              </a:spcAft>
            </a:pPr>
            <a:r>
              <a:rPr sz="3200" dirty="0">
                <a:solidFill>
                  <a:srgbClr val="000000"/>
                </a:solidFill>
                <a:latin typeface="LIJFOD+Calibri"/>
                <a:cs typeface="LIJFOD+Calibri"/>
              </a:rPr>
              <a:t></a:t>
            </a:r>
          </a:p>
        </p:txBody>
      </p:sp>
      <p:sp>
        <p:nvSpPr>
          <p:cNvPr id="4" name="object 4"/>
          <p:cNvSpPr txBox="1"/>
          <p:nvPr/>
        </p:nvSpPr>
        <p:spPr>
          <a:xfrm>
            <a:off x="548640" y="1472436"/>
            <a:ext cx="8413154" cy="42948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457199" marR="0">
              <a:lnSpc>
                <a:spcPts val="2929"/>
              </a:lnSpc>
              <a:spcBef>
                <a:spcPts val="262"/>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457199" marR="0">
              <a:lnSpc>
                <a:spcPts val="2929"/>
              </a:lnSpc>
              <a:spcBef>
                <a:spcPts val="170"/>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457199" marR="0">
              <a:lnSpc>
                <a:spcPts val="2929"/>
              </a:lnSpc>
              <a:spcBef>
                <a:spcPts val="270"/>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0" marR="0">
              <a:lnSpc>
                <a:spcPts val="3417"/>
              </a:lnSpc>
              <a:spcBef>
                <a:spcPts val="289"/>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0" dirty="0">
                <a:solidFill>
                  <a:srgbClr val="000000"/>
                </a:solidFill>
                <a:latin typeface="LIJFOD+Calibri"/>
                <a:cs typeface="LIJFOD+Calibri"/>
              </a:rPr>
              <a:t></a:t>
            </a:r>
          </a:p>
          <a:p>
            <a:pPr marL="457199" marR="0">
              <a:lnSpc>
                <a:spcPts val="2929"/>
              </a:lnSpc>
              <a:spcBef>
                <a:spcPts val="262"/>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0" marR="0">
              <a:lnSpc>
                <a:spcPts val="3417"/>
              </a:lnSpc>
              <a:spcBef>
                <a:spcPts val="189"/>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457199" marR="0">
              <a:lnSpc>
                <a:spcPts val="2929"/>
              </a:lnSpc>
              <a:spcBef>
                <a:spcPts val="262"/>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457199" marR="0">
              <a:lnSpc>
                <a:spcPts val="2929"/>
              </a:lnSpc>
              <a:spcBef>
                <a:spcPts val="270"/>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a:p>
            <a:pPr marL="0" marR="0">
              <a:lnSpc>
                <a:spcPts val="3417"/>
              </a:lnSpc>
              <a:spcBef>
                <a:spcPts val="289"/>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5" name="object 5"/>
          <p:cNvSpPr txBox="1"/>
          <p:nvPr/>
        </p:nvSpPr>
        <p:spPr>
          <a:xfrm>
            <a:off x="1005839" y="5762605"/>
            <a:ext cx="6232116"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4F81BC"/>
                </a:solidFill>
                <a:latin typeface="BUVCBA+ArialMT"/>
                <a:cs typeface="BUVCBA+ArialMT"/>
              </a:rPr>
              <a:t>ဓ</a:t>
            </a:r>
            <a:r>
              <a:rPr sz="2400" spc="315" dirty="0">
                <a:solidFill>
                  <a:srgbClr val="4F81BC"/>
                </a:solidFill>
                <a:latin typeface="Times New Roman"/>
                <a:cs typeface="Times New Roman"/>
              </a:rPr>
              <a:t> </a:t>
            </a:r>
            <a:r>
              <a:rPr sz="2400" dirty="0">
                <a:solidFill>
                  <a:srgbClr val="4F81BC"/>
                </a:solidFill>
                <a:latin typeface="LIJFOD+Calibri"/>
                <a:cs typeface="LIJFOD+Calibri"/>
              </a:rPr>
              <a:t></a:t>
            </a:r>
          </a:p>
        </p:txBody>
      </p:sp>
      <p:sp>
        <p:nvSpPr>
          <p:cNvPr id="6" name="object 6"/>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7" name="object 7"/>
          <p:cNvSpPr txBox="1"/>
          <p:nvPr/>
        </p:nvSpPr>
        <p:spPr>
          <a:xfrm>
            <a:off x="91440" y="6591751"/>
            <a:ext cx="2210730"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7D3BCF35-CC17-7EB0-08D7-DC11D19F889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7D0B0EFF-A86E-AD40-B96E-13F613248A67}" type="slidenum">
              <a:rPr lang="tr-TR" altLang="en-US" sz="1400"/>
              <a:pPr eaLnBrk="1" hangingPunct="1"/>
              <a:t>9</a:t>
            </a:fld>
            <a:endParaRPr lang="tr-TR" altLang="en-US" sz="1400"/>
          </a:p>
        </p:txBody>
      </p:sp>
      <p:sp>
        <p:nvSpPr>
          <p:cNvPr id="15363" name="Rectangle 2">
            <a:extLst>
              <a:ext uri="{FF2B5EF4-FFF2-40B4-BE49-F238E27FC236}">
                <a16:creationId xmlns:a16="http://schemas.microsoft.com/office/drawing/2014/main" id="{7E26FD58-21C9-2AFF-03CC-84E842960E51}"/>
              </a:ext>
            </a:extLst>
          </p:cNvPr>
          <p:cNvSpPr>
            <a:spLocks noGrp="1" noChangeArrowheads="1"/>
          </p:cNvSpPr>
          <p:nvPr>
            <p:ph type="title"/>
          </p:nvPr>
        </p:nvSpPr>
        <p:spPr/>
        <p:txBody>
          <a:bodyPr/>
          <a:lstStyle/>
          <a:p>
            <a:pPr eaLnBrk="1" hangingPunct="1"/>
            <a:r>
              <a:rPr lang="tr-TR" altLang="en-US"/>
              <a:t>Face Recognition</a:t>
            </a:r>
          </a:p>
        </p:txBody>
      </p:sp>
      <p:pic>
        <p:nvPicPr>
          <p:cNvPr id="15364" name="Picture 17" descr="011">
            <a:extLst>
              <a:ext uri="{FF2B5EF4-FFF2-40B4-BE49-F238E27FC236}">
                <a16:creationId xmlns:a16="http://schemas.microsoft.com/office/drawing/2014/main" id="{EC932F1D-88A0-4124-C747-C07F55A1BF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24923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18" descr="012">
            <a:extLst>
              <a:ext uri="{FF2B5EF4-FFF2-40B4-BE49-F238E27FC236}">
                <a16:creationId xmlns:a16="http://schemas.microsoft.com/office/drawing/2014/main" id="{E415C243-B23A-9ADE-429B-C3AB2FDDCE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4923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Picture 19" descr="010">
            <a:extLst>
              <a:ext uri="{FF2B5EF4-FFF2-40B4-BE49-F238E27FC236}">
                <a16:creationId xmlns:a16="http://schemas.microsoft.com/office/drawing/2014/main" id="{A6E8F6B8-7E51-4FBE-A177-2F4024A7B1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775" y="24923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20" descr="013">
            <a:extLst>
              <a:ext uri="{FF2B5EF4-FFF2-40B4-BE49-F238E27FC236}">
                <a16:creationId xmlns:a16="http://schemas.microsoft.com/office/drawing/2014/main" id="{90B4C5B7-B2EA-FCC5-A8D7-F1EE960B6DC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24923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8" name="Picture 21" descr="014">
            <a:extLst>
              <a:ext uri="{FF2B5EF4-FFF2-40B4-BE49-F238E27FC236}">
                <a16:creationId xmlns:a16="http://schemas.microsoft.com/office/drawing/2014/main" id="{7A53EB93-E7C1-926E-F1C3-07A8B6E588F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45085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22" descr="020">
            <a:extLst>
              <a:ext uri="{FF2B5EF4-FFF2-40B4-BE49-F238E27FC236}">
                <a16:creationId xmlns:a16="http://schemas.microsoft.com/office/drawing/2014/main" id="{16C4E9D2-B6A5-599A-0B51-9AC88EEED8E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45085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0" name="Picture 23" descr="105">
            <a:extLst>
              <a:ext uri="{FF2B5EF4-FFF2-40B4-BE49-F238E27FC236}">
                <a16:creationId xmlns:a16="http://schemas.microsoft.com/office/drawing/2014/main" id="{E856BA64-7284-E559-9217-85176230B57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45085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71" name="Picture 24" descr="350">
            <a:extLst>
              <a:ext uri="{FF2B5EF4-FFF2-40B4-BE49-F238E27FC236}">
                <a16:creationId xmlns:a16="http://schemas.microsoft.com/office/drawing/2014/main" id="{9BD2FA21-F0B9-E220-01A6-F3484C6D234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08400" y="45085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2" name="Text Box 25">
            <a:extLst>
              <a:ext uri="{FF2B5EF4-FFF2-40B4-BE49-F238E27FC236}">
                <a16:creationId xmlns:a16="http://schemas.microsoft.com/office/drawing/2014/main" id="{3A71D109-95F3-D894-5BDD-F2B2B3016FB1}"/>
              </a:ext>
            </a:extLst>
          </p:cNvPr>
          <p:cNvSpPr txBox="1">
            <a:spLocks noChangeArrowheads="1"/>
          </p:cNvSpPr>
          <p:nvPr/>
        </p:nvSpPr>
        <p:spPr bwMode="auto">
          <a:xfrm>
            <a:off x="611188" y="1844675"/>
            <a:ext cx="4684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a:latin typeface="Lucida Bright" panose="02040602050505020304" pitchFamily="18" charset="77"/>
              </a:rPr>
              <a:t>Training examples of a person</a:t>
            </a:r>
          </a:p>
        </p:txBody>
      </p:sp>
      <p:sp>
        <p:nvSpPr>
          <p:cNvPr id="15373" name="Text Box 26">
            <a:extLst>
              <a:ext uri="{FF2B5EF4-FFF2-40B4-BE49-F238E27FC236}">
                <a16:creationId xmlns:a16="http://schemas.microsoft.com/office/drawing/2014/main" id="{FC943F6B-7CD0-DA23-B2B0-5F1E6309CB65}"/>
              </a:ext>
            </a:extLst>
          </p:cNvPr>
          <p:cNvSpPr txBox="1">
            <a:spLocks noChangeArrowheads="1"/>
          </p:cNvSpPr>
          <p:nvPr/>
        </p:nvSpPr>
        <p:spPr bwMode="auto">
          <a:xfrm>
            <a:off x="684213" y="3933825"/>
            <a:ext cx="1951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a:latin typeface="Lucida Bright" panose="02040602050505020304" pitchFamily="18" charset="77"/>
              </a:rPr>
              <a:t>Test images</a:t>
            </a:r>
          </a:p>
        </p:txBody>
      </p:sp>
      <p:sp>
        <p:nvSpPr>
          <p:cNvPr id="15374" name="Text Box 27">
            <a:extLst>
              <a:ext uri="{FF2B5EF4-FFF2-40B4-BE49-F238E27FC236}">
                <a16:creationId xmlns:a16="http://schemas.microsoft.com/office/drawing/2014/main" id="{E580478E-6FAA-0B8F-7AD6-0F2CA435978A}"/>
              </a:ext>
            </a:extLst>
          </p:cNvPr>
          <p:cNvSpPr txBox="1">
            <a:spLocks noChangeArrowheads="1"/>
          </p:cNvSpPr>
          <p:nvPr/>
        </p:nvSpPr>
        <p:spPr bwMode="auto">
          <a:xfrm>
            <a:off x="5435600" y="5949950"/>
            <a:ext cx="33369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1400">
                <a:latin typeface="Lucida Bright" panose="02040602050505020304" pitchFamily="18" charset="77"/>
              </a:rPr>
              <a:t>AT&amp;T Laboratories, Cambridge UK</a:t>
            </a:r>
          </a:p>
          <a:p>
            <a:pPr eaLnBrk="1" hangingPunct="1"/>
            <a:r>
              <a:rPr lang="tr-TR" altLang="en-US" sz="1000">
                <a:latin typeface="Lucida Bright" panose="02040602050505020304" pitchFamily="18" charset="77"/>
              </a:rPr>
              <a:t>http://www.uk.research.att.com/facedatabase.html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220055" y="129609"/>
            <a:ext cx="4868366"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IRWNGG+Calibri-Bold"/>
                <a:cs typeface="IRWNGG+Calibri-Bold"/>
              </a:rPr>
              <a:t></a:t>
            </a:r>
          </a:p>
        </p:txBody>
      </p:sp>
      <p:sp>
        <p:nvSpPr>
          <p:cNvPr id="4" name="object 4"/>
          <p:cNvSpPr txBox="1"/>
          <p:nvPr/>
        </p:nvSpPr>
        <p:spPr>
          <a:xfrm>
            <a:off x="548640" y="1078736"/>
            <a:ext cx="3772380" cy="43202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4"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1"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22" dirty="0">
                <a:solidFill>
                  <a:srgbClr val="000000"/>
                </a:solidFill>
                <a:latin typeface="LIJFOD+Calibri"/>
                <a:cs typeface="LIJFOD+Calibri"/>
              </a:rPr>
              <a:t></a:t>
            </a:r>
          </a:p>
        </p:txBody>
      </p:sp>
      <p:sp>
        <p:nvSpPr>
          <p:cNvPr id="5" name="object 5"/>
          <p:cNvSpPr txBox="1"/>
          <p:nvPr/>
        </p:nvSpPr>
        <p:spPr>
          <a:xfrm>
            <a:off x="8516303" y="6442065"/>
            <a:ext cx="229641"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6" name="object 6"/>
          <p:cNvSpPr txBox="1"/>
          <p:nvPr/>
        </p:nvSpPr>
        <p:spPr>
          <a:xfrm>
            <a:off x="91440" y="6590718"/>
            <a:ext cx="224102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590865" y="129609"/>
            <a:ext cx="6155680"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2" dirty="0">
                <a:solidFill>
                  <a:srgbClr val="000000"/>
                </a:solidFill>
                <a:latin typeface="LIJFOD+Calibri"/>
                <a:cs typeface="LIJFOD+Calibri"/>
              </a:rPr>
              <a:t></a:t>
            </a:r>
          </a:p>
        </p:txBody>
      </p:sp>
      <p:sp>
        <p:nvSpPr>
          <p:cNvPr id="4" name="object 4"/>
          <p:cNvSpPr txBox="1"/>
          <p:nvPr/>
        </p:nvSpPr>
        <p:spPr>
          <a:xfrm>
            <a:off x="1318196" y="1132711"/>
            <a:ext cx="6718845" cy="954782"/>
          </a:xfrm>
          <a:prstGeom prst="rect">
            <a:avLst/>
          </a:prstGeom>
        </p:spPr>
        <p:txBody>
          <a:bodyPr vert="horz" wrap="square" lIns="0" tIns="0" rIns="0" bIns="0" rtlCol="0">
            <a:spAutoFit/>
          </a:bodyPr>
          <a:lstStyle/>
          <a:p>
            <a:pPr marL="904239" marR="0">
              <a:lnSpc>
                <a:spcPts val="3417"/>
              </a:lnSpc>
              <a:spcBef>
                <a:spcPts val="0"/>
              </a:spcBef>
              <a:spcAft>
                <a:spcPts val="0"/>
              </a:spcAft>
            </a:pPr>
            <a:r>
              <a:rPr sz="2800" spc="-13" dirty="0">
                <a:solidFill>
                  <a:srgbClr val="FF3300"/>
                </a:solidFill>
                <a:latin typeface="LIJFOD+Calibri"/>
                <a:cs typeface="LIJFOD+Calibri"/>
              </a:rPr>
              <a:t></a:t>
            </a:r>
          </a:p>
          <a:p>
            <a:pPr marL="0" marR="0">
              <a:lnSpc>
                <a:spcPts val="3417"/>
              </a:lnSpc>
              <a:spcBef>
                <a:spcPts val="382"/>
              </a:spcBef>
              <a:spcAft>
                <a:spcPts val="0"/>
              </a:spcAft>
            </a:pPr>
            <a:r>
              <a:rPr sz="2800" spc="-11" dirty="0">
                <a:solidFill>
                  <a:srgbClr val="FF3300"/>
                </a:solidFill>
                <a:latin typeface="LIJFOD+Calibri"/>
                <a:cs typeface="LIJFOD+Calibri"/>
              </a:rPr>
              <a:t></a:t>
            </a:r>
          </a:p>
        </p:txBody>
      </p:sp>
      <p:sp>
        <p:nvSpPr>
          <p:cNvPr id="5" name="object 5"/>
          <p:cNvSpPr txBox="1"/>
          <p:nvPr/>
        </p:nvSpPr>
        <p:spPr>
          <a:xfrm>
            <a:off x="1175850" y="2345327"/>
            <a:ext cx="5587188" cy="812452"/>
          </a:xfrm>
          <a:prstGeom prst="rect">
            <a:avLst/>
          </a:prstGeom>
        </p:spPr>
        <p:txBody>
          <a:bodyPr vert="horz" wrap="square" lIns="0" tIns="0" rIns="0" bIns="0" rtlCol="0">
            <a:spAutoFit/>
          </a:bodyPr>
          <a:lstStyle/>
          <a:p>
            <a:pPr marL="0" marR="0">
              <a:lnSpc>
                <a:spcPts val="2197"/>
              </a:lnSpc>
              <a:spcBef>
                <a:spcPts val="0"/>
              </a:spcBef>
              <a:spcAft>
                <a:spcPts val="0"/>
              </a:spcAft>
            </a:pPr>
            <a:r>
              <a:rPr sz="1800" spc="-119" dirty="0">
                <a:solidFill>
                  <a:srgbClr val="000000"/>
                </a:solidFill>
                <a:latin typeface="LIJFOD+Calibri"/>
                <a:cs typeface="LIJFOD+Calibri"/>
              </a:rPr>
              <a:t></a:t>
            </a:r>
            <a:r>
              <a:rPr sz="1800" spc="88" dirty="0">
                <a:solidFill>
                  <a:srgbClr val="000000"/>
                </a:solidFill>
                <a:latin typeface="Times New Roman"/>
                <a:cs typeface="Times New Roman"/>
              </a:rPr>
              <a:t> </a:t>
            </a:r>
            <a:r>
              <a:rPr sz="1800" dirty="0">
                <a:solidFill>
                  <a:srgbClr val="000000"/>
                </a:solidFill>
                <a:latin typeface="LIJFOD+Calibri"/>
                <a:cs typeface="LIJFOD+Calibri"/>
              </a:rPr>
              <a:t></a:t>
            </a:r>
            <a:r>
              <a:rPr sz="1800" spc="-29" dirty="0">
                <a:solidFill>
                  <a:srgbClr val="000000"/>
                </a:solidFill>
                <a:latin typeface="Times New Roman"/>
                <a:cs typeface="Times New Roman"/>
              </a:rPr>
              <a:t> </a:t>
            </a:r>
            <a:r>
              <a:rPr sz="1800" spc="-12" dirty="0">
                <a:solidFill>
                  <a:srgbClr val="000000"/>
                </a:solidFill>
                <a:latin typeface="LIJFOD+Calibri"/>
                <a:cs typeface="LIJFOD+Calibri"/>
              </a:rPr>
              <a:t></a:t>
            </a:r>
          </a:p>
          <a:p>
            <a:pPr marL="0" marR="0">
              <a:lnSpc>
                <a:spcPts val="2000"/>
              </a:lnSpc>
              <a:spcBef>
                <a:spcPts val="0"/>
              </a:spcBef>
              <a:spcAft>
                <a:spcPts val="0"/>
              </a:spcAft>
            </a:pPr>
            <a:r>
              <a:rPr sz="1800" dirty="0">
                <a:solidFill>
                  <a:srgbClr val="000000"/>
                </a:solidFill>
                <a:latin typeface="LIJFOD+Calibri"/>
                <a:cs typeface="LIJFOD+Calibri"/>
              </a:rPr>
              <a:t></a:t>
            </a:r>
            <a:r>
              <a:rPr sz="1800" spc="-27" dirty="0">
                <a:solidFill>
                  <a:srgbClr val="000000"/>
                </a:solidFill>
                <a:latin typeface="Times New Roman"/>
                <a:cs typeface="Times New Roman"/>
              </a:rPr>
              <a:t> </a:t>
            </a:r>
            <a:r>
              <a:rPr sz="1800" spc="-12" dirty="0">
                <a:solidFill>
                  <a:srgbClr val="000000"/>
                </a:solidFill>
                <a:latin typeface="LIJFOD+Calibri"/>
                <a:cs typeface="LIJFOD+Calibri"/>
              </a:rPr>
              <a:t></a:t>
            </a:r>
            <a:r>
              <a:rPr sz="1800" spc="-21"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r>
              <a:rPr sz="1800" spc="-25" dirty="0">
                <a:solidFill>
                  <a:srgbClr val="000000"/>
                </a:solidFill>
                <a:latin typeface="Times New Roman"/>
                <a:cs typeface="Times New Roman"/>
              </a:rPr>
              <a:t> </a:t>
            </a:r>
            <a:r>
              <a:rPr sz="1800" dirty="0">
                <a:solidFill>
                  <a:srgbClr val="000000"/>
                </a:solidFill>
                <a:latin typeface="LIJFOD+Calibri"/>
                <a:cs typeface="LIJFOD+Calibri"/>
              </a:rPr>
              <a:t></a:t>
            </a:r>
            <a:r>
              <a:rPr sz="1800" spc="-34" dirty="0">
                <a:solidFill>
                  <a:srgbClr val="000000"/>
                </a:solidFill>
                <a:latin typeface="Times New Roman"/>
                <a:cs typeface="Times New Roman"/>
              </a:rPr>
              <a:t> </a:t>
            </a:r>
            <a:r>
              <a:rPr sz="1800" dirty="0">
                <a:solidFill>
                  <a:srgbClr val="000000"/>
                </a:solidFill>
                <a:latin typeface="LIJFOD+Calibri"/>
                <a:cs typeface="LIJFOD+Calibri"/>
              </a:rPr>
              <a:t></a:t>
            </a:r>
            <a:r>
              <a:rPr sz="1800" spc="-34" dirty="0">
                <a:solidFill>
                  <a:srgbClr val="000000"/>
                </a:solidFill>
                <a:latin typeface="Times New Roman"/>
                <a:cs typeface="Times New Roman"/>
              </a:rPr>
              <a:t> </a:t>
            </a:r>
            <a:r>
              <a:rPr sz="1800" dirty="0">
                <a:solidFill>
                  <a:srgbClr val="000000"/>
                </a:solidFill>
                <a:latin typeface="LIJFOD+Calibri"/>
                <a:cs typeface="LIJFOD+Calibri"/>
              </a:rPr>
              <a:t></a:t>
            </a:r>
            <a:r>
              <a:rPr sz="1800" spc="-36"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1900"/>
              </a:lnSpc>
              <a:spcBef>
                <a:spcPts val="0"/>
              </a:spcBef>
              <a:spcAft>
                <a:spcPts val="0"/>
              </a:spcAft>
            </a:pP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29" dirty="0">
                <a:solidFill>
                  <a:srgbClr val="000000"/>
                </a:solidFill>
                <a:latin typeface="Times New Roman"/>
                <a:cs typeface="Times New Roman"/>
              </a:rPr>
              <a:t> </a:t>
            </a:r>
            <a:r>
              <a:rPr sz="1800" dirty="0">
                <a:solidFill>
                  <a:srgbClr val="000000"/>
                </a:solidFill>
                <a:latin typeface="LIJFOD+Calibri"/>
                <a:cs typeface="LIJFOD+Calibri"/>
              </a:rPr>
              <a:t></a:t>
            </a:r>
            <a:r>
              <a:rPr sz="1800" spc="-25"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r>
              <a:rPr sz="1800" spc="-34"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6" name="object 6"/>
          <p:cNvSpPr txBox="1"/>
          <p:nvPr/>
        </p:nvSpPr>
        <p:spPr>
          <a:xfrm>
            <a:off x="1175850" y="3335927"/>
            <a:ext cx="5717360" cy="812453"/>
          </a:xfrm>
          <a:prstGeom prst="rect">
            <a:avLst/>
          </a:prstGeom>
        </p:spPr>
        <p:txBody>
          <a:bodyPr vert="horz" wrap="square" lIns="0" tIns="0" rIns="0" bIns="0" rtlCol="0">
            <a:spAutoFit/>
          </a:bodyPr>
          <a:lstStyle/>
          <a:p>
            <a:pPr marL="0" marR="0">
              <a:lnSpc>
                <a:spcPts val="2197"/>
              </a:lnSpc>
              <a:spcBef>
                <a:spcPts val="0"/>
              </a:spcBef>
              <a:spcAft>
                <a:spcPts val="0"/>
              </a:spcAft>
            </a:pPr>
            <a:r>
              <a:rPr sz="1800" spc="-119" dirty="0">
                <a:solidFill>
                  <a:srgbClr val="000000"/>
                </a:solidFill>
                <a:latin typeface="LIJFOD+Calibri"/>
                <a:cs typeface="LIJFOD+Calibri"/>
              </a:rPr>
              <a:t></a:t>
            </a:r>
            <a:r>
              <a:rPr sz="1800" spc="88" dirty="0">
                <a:solidFill>
                  <a:srgbClr val="000000"/>
                </a:solidFill>
                <a:latin typeface="Times New Roman"/>
                <a:cs typeface="Times New Roman"/>
              </a:rPr>
              <a:t> </a:t>
            </a:r>
            <a:r>
              <a:rPr sz="1800" dirty="0">
                <a:solidFill>
                  <a:srgbClr val="000000"/>
                </a:solidFill>
                <a:latin typeface="LIJFOD+Calibri"/>
                <a:cs typeface="LIJFOD+Calibri"/>
              </a:rPr>
              <a:t></a:t>
            </a:r>
            <a:r>
              <a:rPr sz="1800" spc="-34" dirty="0">
                <a:solidFill>
                  <a:srgbClr val="000000"/>
                </a:solidFill>
                <a:latin typeface="Times New Roman"/>
                <a:cs typeface="Times New Roman"/>
              </a:rPr>
              <a:t> </a:t>
            </a:r>
            <a:r>
              <a:rPr sz="1800" dirty="0">
                <a:solidFill>
                  <a:srgbClr val="000000"/>
                </a:solidFill>
                <a:latin typeface="LIJFOD+Calibri"/>
                <a:cs typeface="LIJFOD+Calibri"/>
              </a:rPr>
              <a:t></a:t>
            </a:r>
            <a:r>
              <a:rPr sz="1800" spc="-31"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000"/>
              </a:lnSpc>
              <a:spcBef>
                <a:spcPts val="0"/>
              </a:spcBef>
              <a:spcAft>
                <a:spcPts val="0"/>
              </a:spcAft>
            </a:pPr>
            <a:r>
              <a:rPr sz="1800" dirty="0">
                <a:solidFill>
                  <a:srgbClr val="000000"/>
                </a:solidFill>
                <a:latin typeface="LIJFOD+Calibri"/>
                <a:cs typeface="LIJFOD+Calibri"/>
              </a:rPr>
              <a:t></a:t>
            </a:r>
            <a:r>
              <a:rPr sz="1800" spc="-27" dirty="0">
                <a:solidFill>
                  <a:srgbClr val="000000"/>
                </a:solidFill>
                <a:latin typeface="Times New Roman"/>
                <a:cs typeface="Times New Roman"/>
              </a:rPr>
              <a:t> </a:t>
            </a:r>
            <a:r>
              <a:rPr sz="1800" spc="-12" dirty="0">
                <a:solidFill>
                  <a:srgbClr val="000000"/>
                </a:solidFill>
                <a:latin typeface="LIJFOD+Calibri"/>
                <a:cs typeface="LIJFOD+Calibri"/>
              </a:rPr>
              <a:t></a:t>
            </a:r>
            <a:r>
              <a:rPr sz="1800" spc="-21"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31"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1900"/>
              </a:lnSpc>
              <a:spcBef>
                <a:spcPts val="0"/>
              </a:spcBef>
              <a:spcAft>
                <a:spcPts val="0"/>
              </a:spcAft>
            </a:pP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r>
              <a:rPr sz="1800" spc="-40"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26"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7" name="object 7"/>
          <p:cNvSpPr txBox="1"/>
          <p:nvPr/>
        </p:nvSpPr>
        <p:spPr>
          <a:xfrm>
            <a:off x="1175850" y="4326527"/>
            <a:ext cx="6125345" cy="1053752"/>
          </a:xfrm>
          <a:prstGeom prst="rect">
            <a:avLst/>
          </a:prstGeom>
        </p:spPr>
        <p:txBody>
          <a:bodyPr vert="horz" wrap="square" lIns="0" tIns="0" rIns="0" bIns="0" rtlCol="0">
            <a:spAutoFit/>
          </a:bodyPr>
          <a:lstStyle/>
          <a:p>
            <a:pPr marL="0" marR="0">
              <a:lnSpc>
                <a:spcPts val="2197"/>
              </a:lnSpc>
              <a:spcBef>
                <a:spcPts val="0"/>
              </a:spcBef>
              <a:spcAft>
                <a:spcPts val="0"/>
              </a:spcAft>
            </a:pPr>
            <a:r>
              <a:rPr sz="1800" spc="-119" dirty="0">
                <a:solidFill>
                  <a:srgbClr val="000000"/>
                </a:solidFill>
                <a:latin typeface="LIJFOD+Calibri"/>
                <a:cs typeface="LIJFOD+Calibri"/>
              </a:rPr>
              <a:t></a:t>
            </a:r>
            <a:r>
              <a:rPr sz="1800" spc="88"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r>
              <a:rPr sz="1800" spc="-34" dirty="0">
                <a:solidFill>
                  <a:srgbClr val="000000"/>
                </a:solidFill>
                <a:latin typeface="Times New Roman"/>
                <a:cs typeface="Times New Roman"/>
              </a:rPr>
              <a:t> </a:t>
            </a:r>
            <a:r>
              <a:rPr sz="1800" spc="-10" dirty="0">
                <a:solidFill>
                  <a:srgbClr val="000000"/>
                </a:solidFill>
                <a:latin typeface="LIJFOD+Calibri"/>
                <a:cs typeface="LIJFOD+Calibri"/>
              </a:rPr>
              <a:t></a:t>
            </a:r>
            <a:r>
              <a:rPr sz="1800" spc="-24" dirty="0">
                <a:solidFill>
                  <a:srgbClr val="000000"/>
                </a:solidFill>
                <a:latin typeface="Times New Roman"/>
                <a:cs typeface="Times New Roman"/>
              </a:rPr>
              <a:t> </a:t>
            </a:r>
            <a:r>
              <a:rPr sz="1800" spc="-10" dirty="0">
                <a:solidFill>
                  <a:srgbClr val="000000"/>
                </a:solidFill>
                <a:latin typeface="LIJFOD+Calibri"/>
                <a:cs typeface="LIJFOD+Calibri"/>
              </a:rPr>
              <a:t></a:t>
            </a:r>
            <a:r>
              <a:rPr sz="1800" spc="-29"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r>
              <a:rPr sz="1800" spc="-31"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1900"/>
              </a:lnSpc>
              <a:spcBef>
                <a:spcPts val="0"/>
              </a:spcBef>
              <a:spcAft>
                <a:spcPts val="0"/>
              </a:spcAft>
            </a:pPr>
            <a:r>
              <a:rPr sz="1800" dirty="0">
                <a:solidFill>
                  <a:srgbClr val="000000"/>
                </a:solidFill>
                <a:latin typeface="LIJFOD+Calibri"/>
                <a:cs typeface="LIJFOD+Calibri"/>
              </a:rPr>
              <a:t></a:t>
            </a:r>
            <a:r>
              <a:rPr sz="1800" spc="-27" dirty="0">
                <a:solidFill>
                  <a:srgbClr val="000000"/>
                </a:solidFill>
                <a:latin typeface="Times New Roman"/>
                <a:cs typeface="Times New Roman"/>
              </a:rPr>
              <a:t> </a:t>
            </a:r>
            <a:r>
              <a:rPr sz="1800" spc="-16" dirty="0">
                <a:solidFill>
                  <a:srgbClr val="000000"/>
                </a:solidFill>
                <a:latin typeface="LIJFOD+Calibri"/>
                <a:cs typeface="LIJFOD+Calibri"/>
              </a:rPr>
              <a:t></a:t>
            </a:r>
            <a:r>
              <a:rPr sz="1800" spc="-18" dirty="0">
                <a:solidFill>
                  <a:srgbClr val="000000"/>
                </a:solidFill>
                <a:latin typeface="Times New Roman"/>
                <a:cs typeface="Times New Roman"/>
              </a:rPr>
              <a:t> </a:t>
            </a:r>
            <a:r>
              <a:rPr sz="1800" dirty="0">
                <a:solidFill>
                  <a:srgbClr val="000000"/>
                </a:solidFill>
                <a:latin typeface="LIJFOD+Calibri"/>
                <a:cs typeface="LIJFOD+Calibri"/>
              </a:rPr>
              <a:t></a:t>
            </a:r>
            <a:r>
              <a:rPr sz="1800" spc="-27" dirty="0">
                <a:solidFill>
                  <a:srgbClr val="000000"/>
                </a:solidFill>
                <a:latin typeface="Times New Roman"/>
                <a:cs typeface="Times New Roman"/>
              </a:rPr>
              <a:t> </a:t>
            </a:r>
            <a:r>
              <a:rPr sz="1800" spc="-11" dirty="0">
                <a:solidFill>
                  <a:srgbClr val="000000"/>
                </a:solidFill>
                <a:latin typeface="LIJFOD+Calibri"/>
                <a:cs typeface="LIJFOD+Calibri"/>
              </a:rPr>
              <a:t></a:t>
            </a:r>
            <a:r>
              <a:rPr sz="1800" spc="-24" dirty="0">
                <a:solidFill>
                  <a:srgbClr val="000000"/>
                </a:solidFill>
                <a:latin typeface="Times New Roman"/>
                <a:cs typeface="Times New Roman"/>
              </a:rPr>
              <a:t> </a:t>
            </a:r>
            <a:r>
              <a:rPr sz="1800" spc="-13" dirty="0">
                <a:solidFill>
                  <a:srgbClr val="000000"/>
                </a:solidFill>
                <a:latin typeface="LIJFOD+Calibri"/>
                <a:cs typeface="LIJFOD+Calibri"/>
              </a:rPr>
              <a:t></a:t>
            </a:r>
            <a:r>
              <a:rPr sz="1800" spc="-19"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000"/>
              </a:lnSpc>
              <a:spcBef>
                <a:spcPts val="0"/>
              </a:spcBef>
              <a:spcAft>
                <a:spcPts val="0"/>
              </a:spcAft>
            </a:pP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42"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40"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41" dirty="0">
                <a:solidFill>
                  <a:srgbClr val="000000"/>
                </a:solidFill>
                <a:latin typeface="Times New Roman"/>
                <a:cs typeface="Times New Roman"/>
              </a:rPr>
              <a:t> </a:t>
            </a: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p>
          <a:p>
            <a:pPr marL="261937" marR="0">
              <a:lnSpc>
                <a:spcPts val="1899"/>
              </a:lnSpc>
              <a:spcBef>
                <a:spcPts val="0"/>
              </a:spcBef>
              <a:spcAft>
                <a:spcPts val="0"/>
              </a:spcAft>
            </a:pP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r>
              <a:rPr sz="1800" spc="-35" dirty="0">
                <a:solidFill>
                  <a:srgbClr val="000000"/>
                </a:solidFill>
                <a:latin typeface="Times New Roman"/>
                <a:cs typeface="Times New Roman"/>
              </a:rPr>
              <a:t> </a:t>
            </a:r>
            <a:r>
              <a:rPr sz="1800" spc="-28" dirty="0">
                <a:solidFill>
                  <a:srgbClr val="000000"/>
                </a:solidFill>
                <a:latin typeface="LIJFOD+Calibri"/>
                <a:cs typeface="LIJFOD+Calibri"/>
              </a:rPr>
              <a:t></a:t>
            </a:r>
          </a:p>
        </p:txBody>
      </p:sp>
      <p:sp>
        <p:nvSpPr>
          <p:cNvPr id="8" name="object 8"/>
          <p:cNvSpPr txBox="1"/>
          <p:nvPr/>
        </p:nvSpPr>
        <p:spPr>
          <a:xfrm>
            <a:off x="1175850" y="5558427"/>
            <a:ext cx="5083404" cy="812452"/>
          </a:xfrm>
          <a:prstGeom prst="rect">
            <a:avLst/>
          </a:prstGeom>
        </p:spPr>
        <p:txBody>
          <a:bodyPr vert="horz" wrap="square" lIns="0" tIns="0" rIns="0" bIns="0" rtlCol="0">
            <a:spAutoFit/>
          </a:bodyPr>
          <a:lstStyle/>
          <a:p>
            <a:pPr marL="0" marR="0">
              <a:lnSpc>
                <a:spcPts val="2197"/>
              </a:lnSpc>
              <a:spcBef>
                <a:spcPts val="0"/>
              </a:spcBef>
              <a:spcAft>
                <a:spcPts val="0"/>
              </a:spcAft>
            </a:pPr>
            <a:r>
              <a:rPr sz="1800" spc="-119" dirty="0">
                <a:solidFill>
                  <a:srgbClr val="000000"/>
                </a:solidFill>
                <a:latin typeface="LIJFOD+Calibri"/>
                <a:cs typeface="LIJFOD+Calibri"/>
              </a:rPr>
              <a:t></a:t>
            </a:r>
            <a:r>
              <a:rPr sz="1800" spc="88" dirty="0">
                <a:solidFill>
                  <a:srgbClr val="000000"/>
                </a:solidFill>
                <a:latin typeface="Times New Roman"/>
                <a:cs typeface="Times New Roman"/>
              </a:rPr>
              <a:t> </a:t>
            </a:r>
            <a:r>
              <a:rPr sz="1800" dirty="0">
                <a:solidFill>
                  <a:srgbClr val="000000"/>
                </a:solidFill>
                <a:latin typeface="LIJFOD+Calibri"/>
                <a:cs typeface="LIJFOD+Calibri"/>
              </a:rPr>
              <a:t></a:t>
            </a:r>
            <a:r>
              <a:rPr sz="1800" spc="-22" dirty="0">
                <a:solidFill>
                  <a:srgbClr val="000000"/>
                </a:solidFill>
                <a:latin typeface="Times New Roman"/>
                <a:cs typeface="Times New Roman"/>
              </a:rPr>
              <a:t> </a:t>
            </a:r>
            <a:r>
              <a:rPr sz="1800" dirty="0">
                <a:solidFill>
                  <a:srgbClr val="000000"/>
                </a:solidFill>
                <a:latin typeface="LIJFOD+Calibri"/>
                <a:cs typeface="LIJFOD+Calibri"/>
              </a:rPr>
              <a:t></a:t>
            </a:r>
            <a:r>
              <a:rPr sz="1800" spc="-39" dirty="0">
                <a:solidFill>
                  <a:srgbClr val="000000"/>
                </a:solidFill>
                <a:latin typeface="Times New Roman"/>
                <a:cs typeface="Times New Roman"/>
              </a:rPr>
              <a:t> </a:t>
            </a:r>
            <a:r>
              <a:rPr sz="1800" dirty="0">
                <a:solidFill>
                  <a:srgbClr val="000000"/>
                </a:solidFill>
                <a:latin typeface="LIJFOD+Calibri"/>
                <a:cs typeface="LIJFOD+Calibri"/>
              </a:rPr>
              <a:t></a:t>
            </a:r>
            <a:r>
              <a:rPr sz="1800" spc="-39" dirty="0">
                <a:solidFill>
                  <a:srgbClr val="000000"/>
                </a:solidFill>
                <a:latin typeface="Times New Roman"/>
                <a:cs typeface="Times New Roman"/>
              </a:rPr>
              <a:t> </a:t>
            </a:r>
            <a:r>
              <a:rPr sz="1800" dirty="0">
                <a:solidFill>
                  <a:srgbClr val="000000"/>
                </a:solidFill>
                <a:latin typeface="LIJFOD+Calibri"/>
                <a:cs typeface="LIJFOD+Calibri"/>
              </a:rPr>
              <a:t></a:t>
            </a:r>
            <a:r>
              <a:rPr sz="1800" spc="-42"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41"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000"/>
              </a:lnSpc>
              <a:spcBef>
                <a:spcPts val="0"/>
              </a:spcBef>
              <a:spcAft>
                <a:spcPts val="0"/>
              </a:spcAft>
            </a:pPr>
            <a:r>
              <a:rPr sz="1800" dirty="0">
                <a:solidFill>
                  <a:srgbClr val="000000"/>
                </a:solidFill>
                <a:latin typeface="LIJFOD+Calibri"/>
                <a:cs typeface="LIJFOD+Calibri"/>
              </a:rPr>
              <a:t></a:t>
            </a:r>
            <a:r>
              <a:rPr sz="1800" spc="-27" dirty="0">
                <a:solidFill>
                  <a:srgbClr val="000000"/>
                </a:solidFill>
                <a:latin typeface="Times New Roman"/>
                <a:cs typeface="Times New Roman"/>
              </a:rPr>
              <a:t> </a:t>
            </a:r>
            <a:r>
              <a:rPr sz="1800" spc="-12" dirty="0">
                <a:solidFill>
                  <a:srgbClr val="000000"/>
                </a:solidFill>
                <a:latin typeface="LIJFOD+Calibri"/>
                <a:cs typeface="LIJFOD+Calibri"/>
              </a:rPr>
              <a:t></a:t>
            </a:r>
            <a:r>
              <a:rPr sz="1800" spc="-21"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39" dirty="0">
                <a:solidFill>
                  <a:srgbClr val="000000"/>
                </a:solidFill>
                <a:latin typeface="Times New Roman"/>
                <a:cs typeface="Times New Roman"/>
              </a:rPr>
              <a:t> </a:t>
            </a:r>
            <a:r>
              <a:rPr sz="1800" dirty="0">
                <a:solidFill>
                  <a:srgbClr val="000000"/>
                </a:solidFill>
                <a:latin typeface="LIJFOD+Calibri"/>
                <a:cs typeface="LIJFOD+Calibri"/>
              </a:rPr>
              <a:t></a:t>
            </a:r>
            <a:r>
              <a:rPr sz="1800" spc="-39" dirty="0">
                <a:solidFill>
                  <a:srgbClr val="000000"/>
                </a:solidFill>
                <a:latin typeface="Times New Roman"/>
                <a:cs typeface="Times New Roman"/>
              </a:rPr>
              <a:t> </a:t>
            </a:r>
            <a:r>
              <a:rPr sz="1800" dirty="0">
                <a:solidFill>
                  <a:srgbClr val="000000"/>
                </a:solidFill>
                <a:latin typeface="LIJFOD+Calibri"/>
                <a:cs typeface="LIJFOD+Calibri"/>
              </a:rPr>
              <a:t></a:t>
            </a:r>
            <a:r>
              <a:rPr sz="1800" spc="-37"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1900"/>
              </a:lnSpc>
              <a:spcBef>
                <a:spcPts val="0"/>
              </a:spcBef>
              <a:spcAft>
                <a:spcPts val="0"/>
              </a:spcAft>
            </a:pP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28" dirty="0">
                <a:solidFill>
                  <a:srgbClr val="000000"/>
                </a:solidFill>
                <a:latin typeface="Times New Roman"/>
                <a:cs typeface="Times New Roman"/>
              </a:rPr>
              <a:t> </a:t>
            </a:r>
            <a:r>
              <a:rPr sz="1800" dirty="0">
                <a:solidFill>
                  <a:srgbClr val="000000"/>
                </a:solidFill>
                <a:latin typeface="LIJFOD+Calibri"/>
                <a:cs typeface="LIJFOD+Calibri"/>
              </a:rPr>
              <a:t></a:t>
            </a:r>
            <a:r>
              <a:rPr sz="1800" spc="-38" dirty="0">
                <a:solidFill>
                  <a:srgbClr val="000000"/>
                </a:solidFill>
                <a:latin typeface="Times New Roman"/>
                <a:cs typeface="Times New Roman"/>
              </a:rPr>
              <a:t> </a:t>
            </a:r>
            <a:r>
              <a:rPr sz="1800" dirty="0">
                <a:solidFill>
                  <a:srgbClr val="000000"/>
                </a:solidFill>
                <a:latin typeface="LIJFOD+Calibri"/>
                <a:cs typeface="LIJFOD+Calibri"/>
              </a:rPr>
              <a:t></a:t>
            </a:r>
            <a:r>
              <a:rPr sz="1800" spc="-36" dirty="0">
                <a:solidFill>
                  <a:srgbClr val="000000"/>
                </a:solidFill>
                <a:latin typeface="Times New Roman"/>
                <a:cs typeface="Times New Roman"/>
              </a:rPr>
              <a:t> </a:t>
            </a:r>
            <a:r>
              <a:rPr sz="1800" dirty="0">
                <a:solidFill>
                  <a:srgbClr val="000000"/>
                </a:solidFill>
                <a:latin typeface="LIJFOD+Calibri"/>
                <a:cs typeface="LIJFOD+Calibri"/>
              </a:rPr>
              <a:t></a:t>
            </a:r>
            <a:r>
              <a:rPr sz="1800" spc="-33" dirty="0">
                <a:solidFill>
                  <a:srgbClr val="000000"/>
                </a:solidFill>
                <a:latin typeface="Times New Roman"/>
                <a:cs typeface="Times New Roman"/>
              </a:rPr>
              <a:t> </a:t>
            </a:r>
            <a:r>
              <a:rPr sz="1800" dirty="0">
                <a:solidFill>
                  <a:srgbClr val="000000"/>
                </a:solidFill>
                <a:latin typeface="LIJFOD+Calibri"/>
                <a:cs typeface="LIJFOD+Calibri"/>
              </a:rPr>
              <a:t></a:t>
            </a:r>
            <a:r>
              <a:rPr sz="1800" spc="-33" dirty="0">
                <a:solidFill>
                  <a:srgbClr val="000000"/>
                </a:solidFill>
                <a:latin typeface="Times New Roman"/>
                <a:cs typeface="Times New Roman"/>
              </a:rPr>
              <a:t> </a:t>
            </a:r>
            <a:r>
              <a:rPr sz="1800" dirty="0">
                <a:solidFill>
                  <a:srgbClr val="000000"/>
                </a:solidFill>
                <a:latin typeface="LIJFOD+Calibri"/>
                <a:cs typeface="LIJFOD+Calibri"/>
              </a:rPr>
              <a:t></a:t>
            </a:r>
            <a:r>
              <a:rPr sz="1800" spc="-33"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10" name="object 10"/>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082579" y="2183517"/>
            <a:ext cx="7274917" cy="13933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a:p>
            <a:pPr marL="1459801" marR="0">
              <a:lnSpc>
                <a:spcPts val="5300"/>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553620" y="224859"/>
            <a:ext cx="4197970"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09792" y="3626074"/>
            <a:ext cx="3453068" cy="394667"/>
          </a:xfrm>
          <a:prstGeom prst="rect">
            <a:avLst/>
          </a:prstGeom>
        </p:spPr>
        <p:txBody>
          <a:bodyPr vert="horz" wrap="square" lIns="0" tIns="0" rIns="0" bIns="0" rtlCol="0">
            <a:spAutoFit/>
          </a:bodyPr>
          <a:lstStyle/>
          <a:p>
            <a:pPr marL="0" marR="0">
              <a:lnSpc>
                <a:spcPts val="2807"/>
              </a:lnSpc>
              <a:spcBef>
                <a:spcPts val="0"/>
              </a:spcBef>
              <a:spcAft>
                <a:spcPts val="0"/>
              </a:spcAft>
            </a:pPr>
            <a:r>
              <a:rPr sz="2300" dirty="0">
                <a:solidFill>
                  <a:srgbClr val="000000"/>
                </a:solidFill>
                <a:latin typeface="BUVCBA+ArialMT"/>
                <a:cs typeface="BUVCBA+ArialMT"/>
              </a:rPr>
              <a:t>ဢ</a:t>
            </a:r>
            <a:r>
              <a:rPr sz="2300" spc="1320" dirty="0">
                <a:solidFill>
                  <a:srgbClr val="000000"/>
                </a:solidFill>
                <a:latin typeface="Times New Roman"/>
                <a:cs typeface="Times New Roman"/>
              </a:rPr>
              <a:t> </a:t>
            </a:r>
            <a:r>
              <a:rPr sz="2300" dirty="0">
                <a:solidFill>
                  <a:srgbClr val="000000"/>
                </a:solidFill>
                <a:latin typeface="LIJFOD+Calibri"/>
                <a:cs typeface="LIJFOD+Calibri"/>
              </a:rPr>
              <a:t></a:t>
            </a:r>
          </a:p>
        </p:txBody>
      </p:sp>
      <p:sp>
        <p:nvSpPr>
          <p:cNvPr id="5" name="object 5"/>
          <p:cNvSpPr txBox="1"/>
          <p:nvPr/>
        </p:nvSpPr>
        <p:spPr>
          <a:xfrm>
            <a:off x="509792" y="3968974"/>
            <a:ext cx="4333807" cy="2223467"/>
          </a:xfrm>
          <a:prstGeom prst="rect">
            <a:avLst/>
          </a:prstGeom>
        </p:spPr>
        <p:txBody>
          <a:bodyPr vert="horz" wrap="square" lIns="0" tIns="0" rIns="0" bIns="0" rtlCol="0">
            <a:spAutoFit/>
          </a:bodyPr>
          <a:lstStyle/>
          <a:p>
            <a:pPr marL="342900" marR="0">
              <a:lnSpc>
                <a:spcPts val="2807"/>
              </a:lnSpc>
              <a:spcBef>
                <a:spcPts val="0"/>
              </a:spcBef>
              <a:spcAft>
                <a:spcPts val="0"/>
              </a:spcAft>
            </a:pPr>
            <a:r>
              <a:rPr sz="2300" dirty="0">
                <a:solidFill>
                  <a:srgbClr val="000000"/>
                </a:solidFill>
                <a:latin typeface="LIJFOD+Calibri"/>
                <a:cs typeface="LIJFOD+Calibri"/>
              </a:rPr>
              <a:t></a:t>
            </a:r>
          </a:p>
          <a:p>
            <a:pPr marL="342900" marR="0">
              <a:lnSpc>
                <a:spcPts val="2800"/>
              </a:lnSpc>
              <a:spcBef>
                <a:spcPts val="0"/>
              </a:spcBef>
              <a:spcAft>
                <a:spcPts val="0"/>
              </a:spcAft>
            </a:pPr>
            <a:r>
              <a:rPr sz="2300" dirty="0">
                <a:solidFill>
                  <a:srgbClr val="000000"/>
                </a:solidFill>
                <a:latin typeface="LIJFOD+Calibri"/>
                <a:cs typeface="LIJFOD+Calibri"/>
              </a:rPr>
              <a:t></a:t>
            </a:r>
          </a:p>
          <a:p>
            <a:pPr marL="0" marR="0">
              <a:lnSpc>
                <a:spcPts val="2807"/>
              </a:lnSpc>
              <a:spcBef>
                <a:spcPts val="492"/>
              </a:spcBef>
              <a:spcAft>
                <a:spcPts val="0"/>
              </a:spcAft>
            </a:pPr>
            <a:r>
              <a:rPr sz="2300" dirty="0">
                <a:solidFill>
                  <a:srgbClr val="000000"/>
                </a:solidFill>
                <a:latin typeface="BUVCBA+ArialMT"/>
                <a:cs typeface="BUVCBA+ArialMT"/>
              </a:rPr>
              <a:t>ဢ</a:t>
            </a:r>
            <a:r>
              <a:rPr sz="2300" spc="1320" dirty="0">
                <a:solidFill>
                  <a:srgbClr val="000000"/>
                </a:solidFill>
                <a:latin typeface="Times New Roman"/>
                <a:cs typeface="Times New Roman"/>
              </a:rPr>
              <a:t> </a:t>
            </a:r>
            <a:r>
              <a:rPr sz="2300" dirty="0">
                <a:solidFill>
                  <a:srgbClr val="000000"/>
                </a:solidFill>
                <a:latin typeface="LIJFOD+Calibri"/>
                <a:cs typeface="LIJFOD+Calibri"/>
              </a:rPr>
              <a:t></a:t>
            </a:r>
          </a:p>
          <a:p>
            <a:pPr marL="342900" marR="0">
              <a:lnSpc>
                <a:spcPts val="2700"/>
              </a:lnSpc>
              <a:spcBef>
                <a:spcPts val="0"/>
              </a:spcBef>
              <a:spcAft>
                <a:spcPts val="0"/>
              </a:spcAft>
            </a:pPr>
            <a:r>
              <a:rPr sz="2300" dirty="0">
                <a:solidFill>
                  <a:srgbClr val="000000"/>
                </a:solidFill>
                <a:latin typeface="LIJFOD+Calibri"/>
                <a:cs typeface="LIJFOD+Calibri"/>
              </a:rPr>
              <a:t></a:t>
            </a:r>
          </a:p>
          <a:p>
            <a:pPr marL="342900" marR="0">
              <a:lnSpc>
                <a:spcPts val="2799"/>
              </a:lnSpc>
              <a:spcBef>
                <a:spcPts val="0"/>
              </a:spcBef>
              <a:spcAft>
                <a:spcPts val="0"/>
              </a:spcAft>
            </a:pPr>
            <a:r>
              <a:rPr sz="2300" dirty="0">
                <a:solidFill>
                  <a:srgbClr val="000000"/>
                </a:solidFill>
                <a:latin typeface="LIJFOD+Calibri"/>
                <a:cs typeface="LIJFOD+Calibri"/>
              </a:rPr>
              <a:t></a:t>
            </a:r>
          </a:p>
          <a:p>
            <a:pPr marL="342900" marR="0">
              <a:lnSpc>
                <a:spcPts val="2800"/>
              </a:lnSpc>
              <a:spcBef>
                <a:spcPts val="0"/>
              </a:spcBef>
              <a:spcAft>
                <a:spcPts val="0"/>
              </a:spcAft>
            </a:pPr>
            <a:r>
              <a:rPr sz="2300" dirty="0">
                <a:solidFill>
                  <a:srgbClr val="000000"/>
                </a:solidFill>
                <a:latin typeface="LIJFOD+Calibri"/>
                <a:cs typeface="LIJFOD+Calibri"/>
              </a:rPr>
              <a:t></a:t>
            </a:r>
          </a:p>
        </p:txBody>
      </p:sp>
      <p:sp>
        <p:nvSpPr>
          <p:cNvPr id="6" name="object 6"/>
          <p:cNvSpPr txBox="1"/>
          <p:nvPr/>
        </p:nvSpPr>
        <p:spPr>
          <a:xfrm>
            <a:off x="2501459" y="6198774"/>
            <a:ext cx="2726940" cy="583853"/>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FF0000"/>
                </a:solidFill>
                <a:latin typeface="LIJFOD+Calibri"/>
                <a:cs typeface="LIJFOD+Calibri"/>
              </a:rPr>
              <a:t>မ</a:t>
            </a:r>
            <a:r>
              <a:rPr sz="1800" dirty="0">
                <a:solidFill>
                  <a:srgbClr val="FF0000"/>
                </a:solidFill>
                <a:latin typeface="PPICCW+Wingdings-Regular"/>
                <a:cs typeface="PPICCW+Wingdings-Regular"/>
              </a:rPr>
              <a:t></a:t>
            </a:r>
          </a:p>
          <a:p>
            <a:pPr marL="0" marR="0">
              <a:lnSpc>
                <a:spcPts val="2100"/>
              </a:lnSpc>
              <a:spcBef>
                <a:spcPts val="0"/>
              </a:spcBef>
              <a:spcAft>
                <a:spcPts val="0"/>
              </a:spcAft>
            </a:pPr>
            <a:r>
              <a:rPr sz="1800" dirty="0">
                <a:solidFill>
                  <a:srgbClr val="FF0000"/>
                </a:solidFill>
                <a:latin typeface="LIJFOD+Calibri"/>
                <a:cs typeface="LIJFOD+Calibri"/>
              </a:rPr>
              <a:t></a:t>
            </a:r>
          </a:p>
        </p:txBody>
      </p:sp>
      <p:sp>
        <p:nvSpPr>
          <p:cNvPr id="7" name="object 7"/>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720976" y="129609"/>
            <a:ext cx="5860727"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14545" y="339159"/>
            <a:ext cx="6713116"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4" dirty="0">
                <a:solidFill>
                  <a:srgbClr val="000000"/>
                </a:solidFill>
                <a:latin typeface="LIJFOD+Calibri"/>
                <a:cs typeface="LIJFOD+Calibri"/>
              </a:rPr>
              <a:t></a:t>
            </a:r>
          </a:p>
        </p:txBody>
      </p:sp>
      <p:sp>
        <p:nvSpPr>
          <p:cNvPr id="4" name="object 4"/>
          <p:cNvSpPr txBox="1"/>
          <p:nvPr/>
        </p:nvSpPr>
        <p:spPr>
          <a:xfrm>
            <a:off x="7830502" y="1567959"/>
            <a:ext cx="975605" cy="583852"/>
          </a:xfrm>
          <a:prstGeom prst="rect">
            <a:avLst/>
          </a:prstGeom>
        </p:spPr>
        <p:txBody>
          <a:bodyPr vert="horz" wrap="square" lIns="0" tIns="0" rIns="0" bIns="0" rtlCol="0">
            <a:spAutoFit/>
          </a:bodyPr>
          <a:lstStyle/>
          <a:p>
            <a:pPr marL="390525" marR="0">
              <a:lnSpc>
                <a:spcPts val="2197"/>
              </a:lnSpc>
              <a:spcBef>
                <a:spcPts val="0"/>
              </a:spcBef>
              <a:spcAft>
                <a:spcPts val="0"/>
              </a:spcAft>
            </a:pPr>
            <a:r>
              <a:rPr sz="1800" spc="-16" dirty="0">
                <a:solidFill>
                  <a:srgbClr val="000000"/>
                </a:solidFill>
                <a:latin typeface="IRWNGG+Calibri-Bold"/>
                <a:cs typeface="IRWNGG+Calibri-Bold"/>
              </a:rPr>
              <a:t></a:t>
            </a:r>
          </a:p>
          <a:p>
            <a:pPr marL="0" marR="0">
              <a:lnSpc>
                <a:spcPts val="2100"/>
              </a:lnSpc>
              <a:spcBef>
                <a:spcPts val="0"/>
              </a:spcBef>
              <a:spcAft>
                <a:spcPts val="0"/>
              </a:spcAft>
            </a:pPr>
            <a:r>
              <a:rPr sz="1800" dirty="0">
                <a:solidFill>
                  <a:srgbClr val="000000"/>
                </a:solidFill>
                <a:latin typeface="IRWNGG+Calibri-Bold"/>
                <a:cs typeface="IRWNGG+Calibri-Bold"/>
              </a:rPr>
              <a:t></a:t>
            </a:r>
          </a:p>
        </p:txBody>
      </p:sp>
      <p:sp>
        <p:nvSpPr>
          <p:cNvPr id="5" name="object 5"/>
          <p:cNvSpPr txBox="1"/>
          <p:nvPr/>
        </p:nvSpPr>
        <p:spPr>
          <a:xfrm>
            <a:off x="1234440" y="2863359"/>
            <a:ext cx="2280456"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spc="-12" dirty="0">
                <a:solidFill>
                  <a:srgbClr val="000000"/>
                </a:solidFill>
                <a:latin typeface="IRWNGG+Calibri-Bold"/>
                <a:cs typeface="IRWNGG+Calibri-Bold"/>
              </a:rPr>
              <a:t></a:t>
            </a:r>
          </a:p>
        </p:txBody>
      </p:sp>
      <p:sp>
        <p:nvSpPr>
          <p:cNvPr id="6" name="object 6"/>
          <p:cNvSpPr txBox="1"/>
          <p:nvPr/>
        </p:nvSpPr>
        <p:spPr>
          <a:xfrm>
            <a:off x="624840" y="3777759"/>
            <a:ext cx="2951187"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FFFEFE"/>
                </a:solidFill>
                <a:latin typeface="IRWNGG+Calibri-Bold"/>
                <a:cs typeface="IRWNGG+Calibri-Bold"/>
              </a:rPr>
              <a:t></a:t>
            </a:r>
          </a:p>
        </p:txBody>
      </p:sp>
      <p:sp>
        <p:nvSpPr>
          <p:cNvPr id="7" name="object 7"/>
          <p:cNvSpPr txBox="1"/>
          <p:nvPr/>
        </p:nvSpPr>
        <p:spPr>
          <a:xfrm>
            <a:off x="5958840" y="3930159"/>
            <a:ext cx="1643657"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IRWNGG+Calibri-Bold"/>
                <a:cs typeface="IRWNGG+Calibri-Bold"/>
              </a:rPr>
              <a:t></a:t>
            </a:r>
          </a:p>
        </p:txBody>
      </p:sp>
      <p:sp>
        <p:nvSpPr>
          <p:cNvPr id="8" name="object 8"/>
          <p:cNvSpPr txBox="1"/>
          <p:nvPr/>
        </p:nvSpPr>
        <p:spPr>
          <a:xfrm>
            <a:off x="2009140" y="4448056"/>
            <a:ext cx="1056183" cy="265112"/>
          </a:xfrm>
          <a:prstGeom prst="rect">
            <a:avLst/>
          </a:prstGeom>
        </p:spPr>
        <p:txBody>
          <a:bodyPr vert="horz" wrap="square" lIns="0" tIns="0" rIns="0" bIns="0" rtlCol="0">
            <a:spAutoFit/>
          </a:bodyPr>
          <a:lstStyle/>
          <a:p>
            <a:pPr marL="0" marR="0">
              <a:lnSpc>
                <a:spcPts val="1787"/>
              </a:lnSpc>
              <a:spcBef>
                <a:spcPts val="0"/>
              </a:spcBef>
              <a:spcAft>
                <a:spcPts val="0"/>
              </a:spcAft>
            </a:pPr>
            <a:r>
              <a:rPr sz="1600" dirty="0">
                <a:solidFill>
                  <a:srgbClr val="00CC99"/>
                </a:solidFill>
                <a:latin typeface="BUVCBA+ArialMT"/>
                <a:cs typeface="BUVCBA+ArialMT"/>
              </a:rPr>
              <a:t></a:t>
            </a:r>
          </a:p>
        </p:txBody>
      </p:sp>
      <p:sp>
        <p:nvSpPr>
          <p:cNvPr id="9" name="object 9"/>
          <p:cNvSpPr txBox="1"/>
          <p:nvPr/>
        </p:nvSpPr>
        <p:spPr>
          <a:xfrm>
            <a:off x="2934652" y="5652968"/>
            <a:ext cx="830163" cy="265112"/>
          </a:xfrm>
          <a:prstGeom prst="rect">
            <a:avLst/>
          </a:prstGeom>
        </p:spPr>
        <p:txBody>
          <a:bodyPr vert="horz" wrap="square" lIns="0" tIns="0" rIns="0" bIns="0" rtlCol="0">
            <a:spAutoFit/>
          </a:bodyPr>
          <a:lstStyle/>
          <a:p>
            <a:pPr marL="0" marR="0">
              <a:lnSpc>
                <a:spcPts val="1787"/>
              </a:lnSpc>
              <a:spcBef>
                <a:spcPts val="0"/>
              </a:spcBef>
              <a:spcAft>
                <a:spcPts val="0"/>
              </a:spcAft>
            </a:pPr>
            <a:r>
              <a:rPr sz="1600" dirty="0">
                <a:solidFill>
                  <a:srgbClr val="33CC33"/>
                </a:solidFill>
                <a:latin typeface="BUVCBA+ArialMT"/>
                <a:cs typeface="BUVCBA+ArialMT"/>
              </a:rPr>
              <a:t></a:t>
            </a:r>
          </a:p>
        </p:txBody>
      </p:sp>
      <p:sp>
        <p:nvSpPr>
          <p:cNvPr id="10" name="object 10"/>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1" name="object 11"/>
          <p:cNvSpPr txBox="1"/>
          <p:nvPr/>
        </p:nvSpPr>
        <p:spPr>
          <a:xfrm>
            <a:off x="5196840" y="6528797"/>
            <a:ext cx="3798751" cy="193129"/>
          </a:xfrm>
          <a:prstGeom prst="rect">
            <a:avLst/>
          </a:prstGeom>
        </p:spPr>
        <p:txBody>
          <a:bodyPr vert="horz" wrap="square" lIns="0" tIns="0" rIns="0" bIns="0" rtlCol="0">
            <a:spAutoFit/>
          </a:bodyPr>
          <a:lstStyle/>
          <a:p>
            <a:pPr marL="0" marR="0">
              <a:lnSpc>
                <a:spcPts val="1220"/>
              </a:lnSpc>
              <a:spcBef>
                <a:spcPts val="0"/>
              </a:spcBef>
              <a:spcAft>
                <a:spcPts val="0"/>
              </a:spcAft>
            </a:pPr>
            <a:r>
              <a:rPr sz="1000" dirty="0">
                <a:solidFill>
                  <a:srgbClr val="000000"/>
                </a:solidFill>
                <a:latin typeface="LIJFOD+Calibri"/>
                <a:cs typeface="LIJFOD+Calibri"/>
              </a:rPr>
              <a:t></a:t>
            </a:r>
            <a:r>
              <a:rPr sz="1000" dirty="0">
                <a:solidFill>
                  <a:srgbClr val="000000"/>
                </a:solidFill>
                <a:latin typeface="ATOAIR+MS-PGothic"/>
                <a:cs typeface="ATOAIR+MS-PGothic"/>
              </a:rPr>
              <a:t>မ</a:t>
            </a:r>
            <a:r>
              <a:rPr sz="1000" dirty="0">
                <a:solidFill>
                  <a:srgbClr val="000000"/>
                </a:solidFill>
                <a:latin typeface="LIJFOD+Calibri"/>
                <a:cs typeface="LIJFOD+Calibri"/>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035050" y="129609"/>
            <a:ext cx="7228827"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92600" y="129609"/>
            <a:ext cx="7331943"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6940009" y="1386835"/>
            <a:ext cx="1719071" cy="292100"/>
          </a:xfrm>
          <a:prstGeom prst="rect">
            <a:avLst/>
          </a:prstGeom>
        </p:spPr>
        <p:txBody>
          <a:bodyPr vert="horz" wrap="square" lIns="0" tIns="0" rIns="0" bIns="0" rtlCol="0">
            <a:spAutoFit/>
          </a:bodyPr>
          <a:lstStyle/>
          <a:p>
            <a:pPr marL="0" marR="0">
              <a:lnSpc>
                <a:spcPts val="2000"/>
              </a:lnSpc>
              <a:spcBef>
                <a:spcPts val="0"/>
              </a:spcBef>
              <a:spcAft>
                <a:spcPts val="0"/>
              </a:spcAft>
            </a:pPr>
            <a:r>
              <a:rPr sz="2000" dirty="0">
                <a:solidFill>
                  <a:srgbClr val="000000"/>
                </a:solidFill>
                <a:latin typeface="WNBAQV+Helvetica"/>
                <a:cs typeface="WNBAQV+Helvetica"/>
              </a:rPr>
              <a:t>object</a:t>
            </a:r>
            <a:r>
              <a:rPr sz="2000" spc="-12" dirty="0">
                <a:solidFill>
                  <a:srgbClr val="000000"/>
                </a:solidFill>
                <a:latin typeface="WNBAQV+Helvetica"/>
                <a:cs typeface="WNBAQV+Helvetica"/>
              </a:rPr>
              <a:t> </a:t>
            </a:r>
            <a:r>
              <a:rPr sz="2000" dirty="0">
                <a:solidFill>
                  <a:srgbClr val="000000"/>
                </a:solidFill>
                <a:latin typeface="WNBAQV+Helvetica"/>
                <a:cs typeface="WNBAQV+Helvetica"/>
              </a:rPr>
              <a:t>models</a:t>
            </a:r>
          </a:p>
        </p:txBody>
      </p:sp>
      <p:sp>
        <p:nvSpPr>
          <p:cNvPr id="5" name="object 5"/>
          <p:cNvSpPr txBox="1"/>
          <p:nvPr/>
        </p:nvSpPr>
        <p:spPr>
          <a:xfrm>
            <a:off x="6952709" y="2790185"/>
            <a:ext cx="1606588" cy="901700"/>
          </a:xfrm>
          <a:prstGeom prst="rect">
            <a:avLst/>
          </a:prstGeom>
        </p:spPr>
        <p:txBody>
          <a:bodyPr vert="horz" wrap="square" lIns="0" tIns="0" rIns="0" bIns="0" rtlCol="0">
            <a:spAutoFit/>
          </a:bodyPr>
          <a:lstStyle/>
          <a:p>
            <a:pPr marL="0" marR="0">
              <a:lnSpc>
                <a:spcPts val="2000"/>
              </a:lnSpc>
              <a:spcBef>
                <a:spcPts val="0"/>
              </a:spcBef>
              <a:spcAft>
                <a:spcPts val="0"/>
              </a:spcAft>
            </a:pPr>
            <a:r>
              <a:rPr sz="2000" dirty="0">
                <a:solidFill>
                  <a:srgbClr val="000000"/>
                </a:solidFill>
                <a:latin typeface="WNBAQV+Helvetica"/>
                <a:cs typeface="WNBAQV+Helvetica"/>
              </a:rPr>
              <a:t>object</a:t>
            </a:r>
            <a:r>
              <a:rPr sz="2000" spc="-12" dirty="0">
                <a:solidFill>
                  <a:srgbClr val="000000"/>
                </a:solidFill>
                <a:latin typeface="WNBAQV+Helvetica"/>
                <a:cs typeface="WNBAQV+Helvetica"/>
              </a:rPr>
              <a:t> </a:t>
            </a:r>
            <a:r>
              <a:rPr sz="2000" dirty="0">
                <a:solidFill>
                  <a:srgbClr val="000000"/>
                </a:solidFill>
                <a:latin typeface="WNBAQV+Helvetica"/>
                <a:cs typeface="WNBAQV+Helvetica"/>
              </a:rPr>
              <a:t>parts</a:t>
            </a:r>
          </a:p>
          <a:p>
            <a:pPr marL="0" marR="0">
              <a:lnSpc>
                <a:spcPts val="2000"/>
              </a:lnSpc>
              <a:spcBef>
                <a:spcPts val="400"/>
              </a:spcBef>
              <a:spcAft>
                <a:spcPts val="0"/>
              </a:spcAft>
            </a:pPr>
            <a:r>
              <a:rPr sz="2000" dirty="0">
                <a:solidFill>
                  <a:srgbClr val="000000"/>
                </a:solidFill>
                <a:latin typeface="WNBAQV+Helvetica"/>
                <a:cs typeface="WNBAQV+Helvetica"/>
              </a:rPr>
              <a:t>(combination</a:t>
            </a:r>
          </a:p>
          <a:p>
            <a:pPr marL="0" marR="0">
              <a:lnSpc>
                <a:spcPts val="2000"/>
              </a:lnSpc>
              <a:spcBef>
                <a:spcPts val="400"/>
              </a:spcBef>
              <a:spcAft>
                <a:spcPts val="0"/>
              </a:spcAft>
            </a:pPr>
            <a:r>
              <a:rPr sz="2000" dirty="0">
                <a:solidFill>
                  <a:srgbClr val="000000"/>
                </a:solidFill>
                <a:latin typeface="WNBAQV+Helvetica"/>
                <a:cs typeface="WNBAQV+Helvetica"/>
              </a:rPr>
              <a:t>of</a:t>
            </a:r>
            <a:r>
              <a:rPr sz="2000" spc="-11" dirty="0">
                <a:solidFill>
                  <a:srgbClr val="000000"/>
                </a:solidFill>
                <a:latin typeface="WNBAQV+Helvetica"/>
                <a:cs typeface="WNBAQV+Helvetica"/>
              </a:rPr>
              <a:t> </a:t>
            </a:r>
            <a:r>
              <a:rPr sz="2000" dirty="0">
                <a:solidFill>
                  <a:srgbClr val="000000"/>
                </a:solidFill>
                <a:latin typeface="WNBAQV+Helvetica"/>
                <a:cs typeface="WNBAQV+Helvetica"/>
              </a:rPr>
              <a:t>edges)</a:t>
            </a:r>
          </a:p>
        </p:txBody>
      </p:sp>
      <p:sp>
        <p:nvSpPr>
          <p:cNvPr id="6" name="object 6"/>
          <p:cNvSpPr txBox="1"/>
          <p:nvPr/>
        </p:nvSpPr>
        <p:spPr>
          <a:xfrm>
            <a:off x="6813009" y="4617397"/>
            <a:ext cx="844601" cy="292100"/>
          </a:xfrm>
          <a:prstGeom prst="rect">
            <a:avLst/>
          </a:prstGeom>
        </p:spPr>
        <p:txBody>
          <a:bodyPr vert="horz" wrap="square" lIns="0" tIns="0" rIns="0" bIns="0" rtlCol="0">
            <a:spAutoFit/>
          </a:bodyPr>
          <a:lstStyle/>
          <a:p>
            <a:pPr marL="0" marR="0">
              <a:lnSpc>
                <a:spcPts val="2000"/>
              </a:lnSpc>
              <a:spcBef>
                <a:spcPts val="0"/>
              </a:spcBef>
              <a:spcAft>
                <a:spcPts val="0"/>
              </a:spcAft>
            </a:pPr>
            <a:r>
              <a:rPr sz="2000" dirty="0">
                <a:solidFill>
                  <a:srgbClr val="000000"/>
                </a:solidFill>
                <a:latin typeface="WNBAQV+Helvetica"/>
                <a:cs typeface="WNBAQV+Helvetica"/>
              </a:rPr>
              <a:t>edges</a:t>
            </a:r>
          </a:p>
        </p:txBody>
      </p:sp>
      <p:sp>
        <p:nvSpPr>
          <p:cNvPr id="7" name="object 7"/>
          <p:cNvSpPr txBox="1"/>
          <p:nvPr/>
        </p:nvSpPr>
        <p:spPr>
          <a:xfrm>
            <a:off x="6333584" y="6074723"/>
            <a:ext cx="803147" cy="292100"/>
          </a:xfrm>
          <a:prstGeom prst="rect">
            <a:avLst/>
          </a:prstGeom>
        </p:spPr>
        <p:txBody>
          <a:bodyPr vert="horz" wrap="square" lIns="0" tIns="0" rIns="0" bIns="0" rtlCol="0">
            <a:spAutoFit/>
          </a:bodyPr>
          <a:lstStyle/>
          <a:p>
            <a:pPr marL="0" marR="0">
              <a:lnSpc>
                <a:spcPts val="2000"/>
              </a:lnSpc>
              <a:spcBef>
                <a:spcPts val="0"/>
              </a:spcBef>
              <a:spcAft>
                <a:spcPts val="0"/>
              </a:spcAft>
            </a:pPr>
            <a:r>
              <a:rPr sz="2000" dirty="0">
                <a:solidFill>
                  <a:srgbClr val="000000"/>
                </a:solidFill>
                <a:latin typeface="WNBAQV+Helvetica"/>
                <a:cs typeface="WNBAQV+Helvetica"/>
              </a:rPr>
              <a:t>pixels</a:t>
            </a:r>
          </a:p>
        </p:txBody>
      </p:sp>
      <p:sp>
        <p:nvSpPr>
          <p:cNvPr id="8" name="object 8"/>
          <p:cNvSpPr txBox="1"/>
          <p:nvPr/>
        </p:nvSpPr>
        <p:spPr>
          <a:xfrm>
            <a:off x="91440" y="6414081"/>
            <a:ext cx="1567488" cy="471041"/>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a:p>
            <a:pPr marL="0" marR="0">
              <a:lnSpc>
                <a:spcPts val="1700"/>
              </a:lnSpc>
              <a:spcBef>
                <a:spcPts val="0"/>
              </a:spcBef>
              <a:spcAft>
                <a:spcPts val="0"/>
              </a:spcAft>
            </a:pPr>
            <a:r>
              <a:rPr sz="1400"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848167" y="129609"/>
            <a:ext cx="5606157"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396240" y="1139805"/>
            <a:ext cx="7075586"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FFFEFE"/>
                </a:solidFill>
                <a:latin typeface="LIJFOD+Calibri"/>
                <a:cs typeface="LIJFOD+Calibri"/>
              </a:rPr>
              <a:t></a:t>
            </a:r>
          </a:p>
        </p:txBody>
      </p:sp>
      <p:sp>
        <p:nvSpPr>
          <p:cNvPr id="5" name="object 5"/>
          <p:cNvSpPr txBox="1"/>
          <p:nvPr/>
        </p:nvSpPr>
        <p:spPr>
          <a:xfrm>
            <a:off x="1259141" y="1681043"/>
            <a:ext cx="609600"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spc="-10" dirty="0">
                <a:solidFill>
                  <a:srgbClr val="FFFEFE"/>
                </a:solidFill>
                <a:latin typeface="LIJFOD+Calibri"/>
                <a:cs typeface="LIJFOD+Calibri"/>
              </a:rPr>
              <a:t></a:t>
            </a:r>
          </a:p>
        </p:txBody>
      </p:sp>
      <p:sp>
        <p:nvSpPr>
          <p:cNvPr id="6" name="object 6"/>
          <p:cNvSpPr txBox="1"/>
          <p:nvPr/>
        </p:nvSpPr>
        <p:spPr>
          <a:xfrm>
            <a:off x="3396583" y="1687393"/>
            <a:ext cx="508396"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spc="-10" dirty="0">
                <a:solidFill>
                  <a:srgbClr val="FFFEFE"/>
                </a:solidFill>
                <a:latin typeface="LIJFOD+Calibri"/>
                <a:cs typeface="LIJFOD+Calibri"/>
              </a:rPr>
              <a:t></a:t>
            </a:r>
          </a:p>
        </p:txBody>
      </p:sp>
      <p:sp>
        <p:nvSpPr>
          <p:cNvPr id="7" name="object 7"/>
          <p:cNvSpPr txBox="1"/>
          <p:nvPr/>
        </p:nvSpPr>
        <p:spPr>
          <a:xfrm>
            <a:off x="5364289" y="1687393"/>
            <a:ext cx="964505"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FFFEFE"/>
                </a:solidFill>
                <a:latin typeface="LIJFOD+Calibri"/>
                <a:cs typeface="LIJFOD+Calibri"/>
              </a:rPr>
              <a:t></a:t>
            </a:r>
          </a:p>
        </p:txBody>
      </p:sp>
      <p:sp>
        <p:nvSpPr>
          <p:cNvPr id="8" name="object 8"/>
          <p:cNvSpPr txBox="1"/>
          <p:nvPr/>
        </p:nvSpPr>
        <p:spPr>
          <a:xfrm>
            <a:off x="7656638" y="1687393"/>
            <a:ext cx="661789"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FFFEFE"/>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10" name="object 10"/>
          <p:cNvSpPr txBox="1"/>
          <p:nvPr/>
        </p:nvSpPr>
        <p:spPr>
          <a:xfrm>
            <a:off x="91440" y="6590718"/>
            <a:ext cx="185087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70711" y="129609"/>
            <a:ext cx="659333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1" dirty="0">
                <a:solidFill>
                  <a:srgbClr val="000000"/>
                </a:solidFill>
                <a:latin typeface="LIJFOD+Calibri"/>
                <a:cs typeface="LIJFOD+Calibri"/>
              </a:rPr>
              <a:t></a:t>
            </a:r>
          </a:p>
        </p:txBody>
      </p:sp>
      <p:sp>
        <p:nvSpPr>
          <p:cNvPr id="4" name="object 4"/>
          <p:cNvSpPr txBox="1"/>
          <p:nvPr/>
        </p:nvSpPr>
        <p:spPr>
          <a:xfrm>
            <a:off x="4498340" y="2302647"/>
            <a:ext cx="4221658" cy="23913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LIJFOD+Calibri"/>
                <a:cs typeface="LIJFOD+Calibri"/>
              </a:rPr>
              <a:t></a:t>
            </a:r>
          </a:p>
          <a:p>
            <a:pPr marL="0" marR="0">
              <a:lnSpc>
                <a:spcPts val="2900"/>
              </a:lnSpc>
              <a:spcBef>
                <a:spcPts val="0"/>
              </a:spcBef>
              <a:spcAft>
                <a:spcPts val="0"/>
              </a:spcAft>
            </a:pPr>
            <a:r>
              <a:rPr sz="2400" dirty="0">
                <a:solidFill>
                  <a:srgbClr val="000000"/>
                </a:solidFill>
                <a:latin typeface="LIJFOD+Calibri"/>
                <a:cs typeface="LIJFOD+Calibri"/>
              </a:rPr>
              <a:t></a:t>
            </a:r>
          </a:p>
          <a:p>
            <a:pPr marL="0" marR="0">
              <a:lnSpc>
                <a:spcPts val="2929"/>
              </a:lnSpc>
              <a:spcBef>
                <a:spcPts val="570"/>
              </a:spcBef>
              <a:spcAft>
                <a:spcPts val="0"/>
              </a:spcAft>
            </a:pPr>
            <a:r>
              <a:rPr sz="2400" dirty="0">
                <a:solidFill>
                  <a:srgbClr val="000000"/>
                </a:solidFill>
                <a:latin typeface="LIJFOD+Calibri"/>
                <a:cs typeface="LIJFOD+Calibri"/>
              </a:rPr>
              <a:t></a:t>
            </a:r>
          </a:p>
          <a:p>
            <a:pPr marL="0" marR="0">
              <a:lnSpc>
                <a:spcPts val="2900"/>
              </a:lnSpc>
              <a:spcBef>
                <a:spcPts val="0"/>
              </a:spcBef>
              <a:spcAft>
                <a:spcPts val="0"/>
              </a:spcAft>
            </a:pPr>
            <a:r>
              <a:rPr sz="2400" dirty="0">
                <a:solidFill>
                  <a:srgbClr val="000000"/>
                </a:solidFill>
                <a:latin typeface="LIJFOD+Calibri"/>
                <a:cs typeface="LIJFOD+Calibri"/>
              </a:rPr>
              <a:t></a:t>
            </a:r>
          </a:p>
          <a:p>
            <a:pPr marL="0" marR="0">
              <a:lnSpc>
                <a:spcPts val="2929"/>
              </a:lnSpc>
              <a:spcBef>
                <a:spcPts val="570"/>
              </a:spcBef>
              <a:spcAft>
                <a:spcPts val="0"/>
              </a:spcAft>
            </a:pPr>
            <a:r>
              <a:rPr sz="2400" dirty="0">
                <a:solidFill>
                  <a:srgbClr val="000000"/>
                </a:solidFill>
                <a:latin typeface="LIJFOD+Calibri"/>
                <a:cs typeface="LIJFOD+Calibri"/>
              </a:rPr>
              <a:t></a:t>
            </a:r>
          </a:p>
          <a:p>
            <a:pPr marL="0" marR="0">
              <a:lnSpc>
                <a:spcPts val="2800"/>
              </a:lnSpc>
              <a:spcBef>
                <a:spcPts val="0"/>
              </a:spcBef>
              <a:spcAft>
                <a:spcPts val="0"/>
              </a:spcAft>
            </a:pPr>
            <a:r>
              <a:rPr sz="2400" spc="-11" dirty="0">
                <a:solidFill>
                  <a:srgbClr val="000000"/>
                </a:solidFill>
                <a:latin typeface="LIJFOD+Calibri"/>
                <a:cs typeface="LIJFOD+Calibri"/>
              </a:rPr>
              <a:t></a:t>
            </a:r>
          </a:p>
        </p:txBody>
      </p:sp>
      <p:sp>
        <p:nvSpPr>
          <p:cNvPr id="5" name="object 5"/>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6" name="object 6"/>
          <p:cNvSpPr txBox="1"/>
          <p:nvPr/>
        </p:nvSpPr>
        <p:spPr>
          <a:xfrm>
            <a:off x="91440" y="6590718"/>
            <a:ext cx="185087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35280" y="129609"/>
            <a:ext cx="8652818"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358140" y="997674"/>
            <a:ext cx="8050708" cy="6529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LIJFOD+Calibri"/>
                <a:cs typeface="LIJFOD+Calibri"/>
              </a:rPr>
              <a:t></a:t>
            </a:r>
            <a:r>
              <a:rPr sz="2000" dirty="0">
                <a:solidFill>
                  <a:srgbClr val="000000"/>
                </a:solidFill>
                <a:latin typeface="ATOAIR+MS-PGothic"/>
                <a:cs typeface="ATOAIR+MS-PGothic"/>
              </a:rPr>
              <a:t>လ</a:t>
            </a:r>
            <a:r>
              <a:rPr sz="2000" dirty="0">
                <a:solidFill>
                  <a:srgbClr val="000000"/>
                </a:solidFill>
                <a:latin typeface="LIJFOD+Calibri"/>
                <a:cs typeface="LIJFOD+Calibri"/>
              </a:rPr>
              <a:t></a:t>
            </a:r>
            <a:r>
              <a:rPr sz="2000" dirty="0">
                <a:solidFill>
                  <a:srgbClr val="000000"/>
                </a:solidFill>
                <a:latin typeface="ATOAIR+MS-PGothic"/>
                <a:cs typeface="ATOAIR+MS-PGothic"/>
              </a:rPr>
              <a:t>ဝ</a:t>
            </a:r>
            <a:r>
              <a:rPr sz="2000" spc="-50"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400"/>
              </a:lnSpc>
              <a:spcBef>
                <a:spcPts val="0"/>
              </a:spcBef>
              <a:spcAft>
                <a:spcPts val="0"/>
              </a:spcAft>
            </a:pPr>
            <a:r>
              <a:rPr sz="2000" dirty="0">
                <a:solidFill>
                  <a:srgbClr val="000000"/>
                </a:solidFill>
                <a:latin typeface="LIJFOD+Calibri"/>
                <a:cs typeface="LIJFOD+Calibri"/>
              </a:rPr>
              <a:t></a:t>
            </a:r>
          </a:p>
        </p:txBody>
      </p:sp>
      <p:sp>
        <p:nvSpPr>
          <p:cNvPr id="5" name="object 5"/>
          <p:cNvSpPr txBox="1"/>
          <p:nvPr/>
        </p:nvSpPr>
        <p:spPr>
          <a:xfrm>
            <a:off x="250063" y="2404943"/>
            <a:ext cx="1220390"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000000"/>
                </a:solidFill>
                <a:latin typeface="LIJFOD+Calibri"/>
                <a:cs typeface="LIJFOD+Calibri"/>
              </a:rPr>
              <a:t></a:t>
            </a:r>
          </a:p>
        </p:txBody>
      </p:sp>
      <p:sp>
        <p:nvSpPr>
          <p:cNvPr id="6" name="object 6"/>
          <p:cNvSpPr txBox="1"/>
          <p:nvPr/>
        </p:nvSpPr>
        <p:spPr>
          <a:xfrm>
            <a:off x="243840" y="3319343"/>
            <a:ext cx="1333599" cy="1074489"/>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000000"/>
                </a:solidFill>
                <a:latin typeface="LIJFOD+Calibri"/>
                <a:cs typeface="LIJFOD+Calibri"/>
              </a:rPr>
              <a:t></a:t>
            </a:r>
          </a:p>
          <a:p>
            <a:pPr marL="0" marR="0">
              <a:lnSpc>
                <a:spcPts val="1900"/>
              </a:lnSpc>
              <a:spcBef>
                <a:spcPts val="0"/>
              </a:spcBef>
              <a:spcAft>
                <a:spcPts val="0"/>
              </a:spcAft>
            </a:pPr>
            <a:r>
              <a:rPr sz="1600" dirty="0">
                <a:solidFill>
                  <a:srgbClr val="000000"/>
                </a:solidFill>
                <a:latin typeface="LIJFOD+Calibri"/>
                <a:cs typeface="LIJFOD+Calibri"/>
              </a:rPr>
              <a:t></a:t>
            </a:r>
          </a:p>
          <a:p>
            <a:pPr marL="0" marR="0">
              <a:lnSpc>
                <a:spcPts val="1900"/>
              </a:lnSpc>
              <a:spcBef>
                <a:spcPts val="0"/>
              </a:spcBef>
              <a:spcAft>
                <a:spcPts val="0"/>
              </a:spcAft>
            </a:pPr>
            <a:r>
              <a:rPr sz="1600" dirty="0">
                <a:solidFill>
                  <a:srgbClr val="000000"/>
                </a:solidFill>
                <a:latin typeface="LIJFOD+Calibri"/>
                <a:cs typeface="LIJFOD+Calibri"/>
              </a:rPr>
              <a:t></a:t>
            </a:r>
          </a:p>
          <a:p>
            <a:pPr marL="0" marR="0">
              <a:lnSpc>
                <a:spcPts val="2300"/>
              </a:lnSpc>
              <a:spcBef>
                <a:spcPts val="0"/>
              </a:spcBef>
              <a:spcAft>
                <a:spcPts val="0"/>
              </a:spcAft>
            </a:pPr>
            <a:r>
              <a:rPr sz="1600" dirty="0">
                <a:solidFill>
                  <a:srgbClr val="000000"/>
                </a:solidFill>
                <a:latin typeface="LIJFOD+Calibri"/>
                <a:cs typeface="LIJFOD+Calibri"/>
              </a:rPr>
              <a:t></a:t>
            </a:r>
            <a:r>
              <a:rPr sz="2000" dirty="0">
                <a:solidFill>
                  <a:srgbClr val="000000"/>
                </a:solidFill>
                <a:latin typeface="LIJFOD+Calibri"/>
                <a:cs typeface="LIJFOD+Calibri"/>
              </a:rPr>
              <a:t></a:t>
            </a:r>
          </a:p>
        </p:txBody>
      </p:sp>
      <p:sp>
        <p:nvSpPr>
          <p:cNvPr id="7" name="object 7"/>
          <p:cNvSpPr txBox="1"/>
          <p:nvPr/>
        </p:nvSpPr>
        <p:spPr>
          <a:xfrm>
            <a:off x="281940" y="4538543"/>
            <a:ext cx="1333599" cy="7687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000000"/>
                </a:solidFill>
                <a:latin typeface="LIJFOD+Calibri"/>
                <a:cs typeface="LIJFOD+Calibri"/>
              </a:rPr>
              <a:t></a:t>
            </a:r>
          </a:p>
          <a:p>
            <a:pPr marL="0" marR="0">
              <a:lnSpc>
                <a:spcPts val="1900"/>
              </a:lnSpc>
              <a:spcBef>
                <a:spcPts val="0"/>
              </a:spcBef>
              <a:spcAft>
                <a:spcPts val="0"/>
              </a:spcAft>
            </a:pPr>
            <a:r>
              <a:rPr sz="1600" dirty="0">
                <a:solidFill>
                  <a:srgbClr val="000000"/>
                </a:solidFill>
                <a:latin typeface="LIJFOD+Calibri"/>
                <a:cs typeface="LIJFOD+Calibri"/>
              </a:rPr>
              <a:t></a:t>
            </a:r>
          </a:p>
          <a:p>
            <a:pPr marL="0" marR="0">
              <a:lnSpc>
                <a:spcPts val="1900"/>
              </a:lnSpc>
              <a:spcBef>
                <a:spcPts val="0"/>
              </a:spcBef>
              <a:spcAft>
                <a:spcPts val="0"/>
              </a:spcAft>
            </a:pPr>
            <a:r>
              <a:rPr sz="1600" dirty="0">
                <a:solidFill>
                  <a:srgbClr val="000000"/>
                </a:solidFill>
                <a:latin typeface="LIJFOD+Calibri"/>
                <a:cs typeface="LIJFOD+Calibri"/>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9" name="object 9"/>
          <p:cNvSpPr txBox="1"/>
          <p:nvPr/>
        </p:nvSpPr>
        <p:spPr>
          <a:xfrm>
            <a:off x="91440" y="6590718"/>
            <a:ext cx="185087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48640" y="-8058"/>
            <a:ext cx="7646844" cy="1768390"/>
          </a:xfrm>
          <a:prstGeom prst="rect">
            <a:avLst/>
          </a:prstGeom>
        </p:spPr>
        <p:txBody>
          <a:bodyPr vert="horz" wrap="square" lIns="0" tIns="0" rIns="0" bIns="0" rtlCol="0">
            <a:spAutoFit/>
          </a:bodyPr>
          <a:lstStyle/>
          <a:p>
            <a:pPr marL="1719103" marR="0">
              <a:lnSpc>
                <a:spcPts val="5371"/>
              </a:lnSpc>
              <a:spcBef>
                <a:spcPts val="0"/>
              </a:spcBef>
              <a:spcAft>
                <a:spcPts val="0"/>
              </a:spcAft>
            </a:pPr>
            <a:r>
              <a:rPr sz="4400" dirty="0">
                <a:solidFill>
                  <a:srgbClr val="000000"/>
                </a:solidFill>
                <a:latin typeface="LIJFOD+Calibri"/>
                <a:cs typeface="LIJFOD+Calibri"/>
              </a:rPr>
              <a:t></a:t>
            </a:r>
          </a:p>
          <a:p>
            <a:pPr marL="554767" marR="0">
              <a:lnSpc>
                <a:spcPts val="4200"/>
              </a:lnSpc>
              <a:spcBef>
                <a:spcPts val="0"/>
              </a:spcBef>
              <a:spcAft>
                <a:spcPts val="0"/>
              </a:spcAft>
            </a:pPr>
            <a:r>
              <a:rPr sz="4400" dirty="0">
                <a:solidFill>
                  <a:srgbClr val="000000"/>
                </a:solidFill>
                <a:latin typeface="LIJFOD+Calibri"/>
                <a:cs typeface="LIJFOD+Calibri"/>
              </a:rPr>
              <a:t></a:t>
            </a:r>
          </a:p>
          <a:p>
            <a:pPr marL="0" marR="0">
              <a:lnSpc>
                <a:spcPts val="2929"/>
              </a:lnSpc>
              <a:spcBef>
                <a:spcPts val="1123"/>
              </a:spcBef>
              <a:spcAft>
                <a:spcPts val="0"/>
              </a:spcAft>
            </a:pPr>
            <a:r>
              <a:rPr sz="2400" dirty="0">
                <a:solidFill>
                  <a:srgbClr val="000000"/>
                </a:solidFill>
                <a:latin typeface="LIJFOD+Calibri"/>
                <a:cs typeface="LIJFOD+Calibri"/>
              </a:rPr>
              <a:t></a:t>
            </a:r>
          </a:p>
        </p:txBody>
      </p:sp>
      <p:sp>
        <p:nvSpPr>
          <p:cNvPr id="4" name="object 4"/>
          <p:cNvSpPr txBox="1"/>
          <p:nvPr/>
        </p:nvSpPr>
        <p:spPr>
          <a:xfrm>
            <a:off x="447040" y="3562709"/>
            <a:ext cx="8165008"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LIJFOD+Calibri"/>
                <a:cs typeface="LIJFOD+Calibri"/>
              </a:rPr>
              <a:t></a:t>
            </a:r>
          </a:p>
        </p:txBody>
      </p:sp>
      <p:sp>
        <p:nvSpPr>
          <p:cNvPr id="5" name="object 5"/>
          <p:cNvSpPr txBox="1"/>
          <p:nvPr/>
        </p:nvSpPr>
        <p:spPr>
          <a:xfrm>
            <a:off x="4525305" y="4319050"/>
            <a:ext cx="4411613"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LIJFOD+Calibri"/>
                <a:cs typeface="LIJFOD+Calibri"/>
              </a:rPr>
              <a:t></a:t>
            </a:r>
          </a:p>
        </p:txBody>
      </p:sp>
      <p:sp>
        <p:nvSpPr>
          <p:cNvPr id="6" name="object 6"/>
          <p:cNvSpPr txBox="1"/>
          <p:nvPr/>
        </p:nvSpPr>
        <p:spPr>
          <a:xfrm>
            <a:off x="4371338" y="4892928"/>
            <a:ext cx="1314490"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r>
              <a:rPr sz="1400" spc="-35" dirty="0">
                <a:solidFill>
                  <a:srgbClr val="FFFEFE"/>
                </a:solidFill>
                <a:latin typeface="Times New Roman"/>
                <a:cs typeface="Times New Roman"/>
              </a:rPr>
              <a:t> </a:t>
            </a:r>
            <a:r>
              <a:rPr sz="1400" dirty="0">
                <a:solidFill>
                  <a:srgbClr val="FFFEFE"/>
                </a:solidFill>
                <a:latin typeface="IRWNGG+Calibri-Bold"/>
                <a:cs typeface="IRWNGG+Calibri-Bold"/>
              </a:rPr>
              <a:t></a:t>
            </a:r>
          </a:p>
        </p:txBody>
      </p:sp>
      <p:sp>
        <p:nvSpPr>
          <p:cNvPr id="7" name="object 7"/>
          <p:cNvSpPr txBox="1"/>
          <p:nvPr/>
        </p:nvSpPr>
        <p:spPr>
          <a:xfrm>
            <a:off x="6162060" y="4892928"/>
            <a:ext cx="24251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8" name="object 8"/>
          <p:cNvSpPr txBox="1"/>
          <p:nvPr/>
        </p:nvSpPr>
        <p:spPr>
          <a:xfrm>
            <a:off x="6675963" y="4892928"/>
            <a:ext cx="24251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9" name="object 9"/>
          <p:cNvSpPr txBox="1"/>
          <p:nvPr/>
        </p:nvSpPr>
        <p:spPr>
          <a:xfrm>
            <a:off x="7184668" y="4892928"/>
            <a:ext cx="24251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10" name="object 10"/>
          <p:cNvSpPr txBox="1"/>
          <p:nvPr/>
        </p:nvSpPr>
        <p:spPr>
          <a:xfrm>
            <a:off x="7699329" y="4892928"/>
            <a:ext cx="283078"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11" name="object 11"/>
          <p:cNvSpPr txBox="1"/>
          <p:nvPr/>
        </p:nvSpPr>
        <p:spPr>
          <a:xfrm>
            <a:off x="8168745" y="4892928"/>
            <a:ext cx="332997"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12" name="object 12"/>
          <p:cNvSpPr txBox="1"/>
          <p:nvPr/>
        </p:nvSpPr>
        <p:spPr>
          <a:xfrm>
            <a:off x="8694017" y="4892928"/>
            <a:ext cx="332997"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FFFEFE"/>
                </a:solidFill>
                <a:latin typeface="IRWNGG+Calibri-Bold"/>
                <a:cs typeface="IRWNGG+Calibri-Bold"/>
              </a:rPr>
              <a:t></a:t>
            </a:r>
          </a:p>
        </p:txBody>
      </p:sp>
      <p:sp>
        <p:nvSpPr>
          <p:cNvPr id="13" name="object 13"/>
          <p:cNvSpPr txBox="1"/>
          <p:nvPr/>
        </p:nvSpPr>
        <p:spPr>
          <a:xfrm>
            <a:off x="4371338" y="5263768"/>
            <a:ext cx="1503697"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4" name="object 14"/>
          <p:cNvSpPr txBox="1"/>
          <p:nvPr/>
        </p:nvSpPr>
        <p:spPr>
          <a:xfrm>
            <a:off x="6049348" y="5263768"/>
            <a:ext cx="3045113"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sz="1400" spc="1211" dirty="0">
                <a:solidFill>
                  <a:srgbClr val="000000"/>
                </a:solidFill>
                <a:latin typeface="Times New Roman"/>
                <a:cs typeface="Times New Roman"/>
              </a:rPr>
              <a:t> </a:t>
            </a:r>
            <a:r>
              <a:rPr sz="1400" dirty="0">
                <a:solidFill>
                  <a:srgbClr val="000000"/>
                </a:solidFill>
                <a:latin typeface="LIJFOD+Calibri"/>
                <a:cs typeface="LIJFOD+Calibri"/>
              </a:rPr>
              <a:t></a:t>
            </a:r>
            <a:r>
              <a:rPr sz="1400" spc="1170" dirty="0">
                <a:solidFill>
                  <a:srgbClr val="000000"/>
                </a:solidFill>
                <a:latin typeface="Times New Roman"/>
                <a:cs typeface="Times New Roman"/>
              </a:rPr>
              <a:t> </a:t>
            </a:r>
            <a:r>
              <a:rPr sz="1400" dirty="0">
                <a:solidFill>
                  <a:srgbClr val="000000"/>
                </a:solidFill>
                <a:latin typeface="LIJFOD+Calibri"/>
                <a:cs typeface="LIJFOD+Calibri"/>
              </a:rPr>
              <a:t></a:t>
            </a:r>
            <a:r>
              <a:rPr sz="1400" spc="1217" dirty="0">
                <a:solidFill>
                  <a:srgbClr val="000000"/>
                </a:solidFill>
                <a:latin typeface="Times New Roman"/>
                <a:cs typeface="Times New Roman"/>
              </a:rPr>
              <a:t> </a:t>
            </a:r>
            <a:r>
              <a:rPr sz="1400" dirty="0">
                <a:solidFill>
                  <a:srgbClr val="000000"/>
                </a:solidFill>
                <a:latin typeface="LIJFOD+Calibri"/>
                <a:cs typeface="LIJFOD+Calibri"/>
              </a:rPr>
              <a:t></a:t>
            </a:r>
            <a:r>
              <a:rPr sz="1400" spc="1217" dirty="0">
                <a:solidFill>
                  <a:srgbClr val="000000"/>
                </a:solidFill>
                <a:latin typeface="Times New Roman"/>
                <a:cs typeface="Times New Roman"/>
              </a:rPr>
              <a:t> </a:t>
            </a:r>
            <a:r>
              <a:rPr sz="1400" dirty="0">
                <a:solidFill>
                  <a:srgbClr val="000000"/>
                </a:solidFill>
                <a:latin typeface="LIJFOD+Calibri"/>
                <a:cs typeface="LIJFOD+Calibri"/>
              </a:rPr>
              <a:t></a:t>
            </a:r>
            <a:r>
              <a:rPr sz="1400" spc="1301" dirty="0">
                <a:solidFill>
                  <a:srgbClr val="000000"/>
                </a:solidFill>
                <a:latin typeface="Times New Roman"/>
                <a:cs typeface="Times New Roman"/>
              </a:rPr>
              <a:t> </a:t>
            </a:r>
            <a:r>
              <a:rPr sz="1400" dirty="0">
                <a:solidFill>
                  <a:srgbClr val="000000"/>
                </a:solidFill>
                <a:latin typeface="LIJFOD+Calibri"/>
                <a:cs typeface="LIJFOD+Calibri"/>
              </a:rPr>
              <a:t></a:t>
            </a:r>
          </a:p>
        </p:txBody>
      </p:sp>
      <p:sp>
        <p:nvSpPr>
          <p:cNvPr id="15" name="object 15"/>
          <p:cNvSpPr txBox="1"/>
          <p:nvPr/>
        </p:nvSpPr>
        <p:spPr>
          <a:xfrm>
            <a:off x="4663440" y="5649739"/>
            <a:ext cx="3559121"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16" name="object 16"/>
          <p:cNvSpPr txBox="1"/>
          <p:nvPr/>
        </p:nvSpPr>
        <p:spPr>
          <a:xfrm>
            <a:off x="4663440" y="6015608"/>
            <a:ext cx="3659619" cy="471041"/>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sz="1400" spc="-37" dirty="0">
                <a:solidFill>
                  <a:srgbClr val="000000"/>
                </a:solidFill>
                <a:latin typeface="Times New Roman"/>
                <a:cs typeface="Times New Roman"/>
              </a:rPr>
              <a:t> </a:t>
            </a:r>
            <a:r>
              <a:rPr sz="1400" dirty="0">
                <a:solidFill>
                  <a:srgbClr val="000000"/>
                </a:solidFill>
                <a:latin typeface="LIJFOD+Calibri"/>
                <a:cs typeface="LIJFOD+Calibri"/>
              </a:rPr>
              <a:t>လ</a:t>
            </a:r>
          </a:p>
          <a:p>
            <a:pPr marL="0" marR="0">
              <a:lnSpc>
                <a:spcPts val="1700"/>
              </a:lnSpc>
              <a:spcBef>
                <a:spcPts val="0"/>
              </a:spcBef>
              <a:spcAft>
                <a:spcPts val="0"/>
              </a:spcAft>
            </a:pPr>
            <a:r>
              <a:rPr sz="1400" dirty="0">
                <a:solidFill>
                  <a:srgbClr val="000000"/>
                </a:solidFill>
                <a:latin typeface="LIJFOD+Calibri"/>
                <a:cs typeface="LIJFOD+Calibri"/>
              </a:rPr>
              <a:t>ဝ</a:t>
            </a:r>
          </a:p>
        </p:txBody>
      </p:sp>
      <p:sp>
        <p:nvSpPr>
          <p:cNvPr id="17" name="object 17"/>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472118" y="314405"/>
            <a:ext cx="801231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IRWNGG+Calibri-Bold"/>
                <a:cs typeface="IRWNGG+Calibri-Bold"/>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5" name="object 5"/>
          <p:cNvSpPr txBox="1"/>
          <p:nvPr/>
        </p:nvSpPr>
        <p:spPr>
          <a:xfrm>
            <a:off x="91440" y="6590718"/>
            <a:ext cx="259289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589085" y="2518797"/>
            <a:ext cx="4139580"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0" dirty="0">
                <a:solidFill>
                  <a:srgbClr val="000000"/>
                </a:solidFill>
                <a:latin typeface="LIJFOD+Calibri"/>
                <a:cs typeface="LIJFOD+Calibri"/>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546286" y="129609"/>
            <a:ext cx="4221708"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IRWNGG+Calibri-Bold"/>
                <a:cs typeface="IRWNGG+Calibri-Bold"/>
              </a:rPr>
              <a:t></a:t>
            </a:r>
          </a:p>
        </p:txBody>
      </p:sp>
      <p:sp>
        <p:nvSpPr>
          <p:cNvPr id="4" name="object 4"/>
          <p:cNvSpPr txBox="1"/>
          <p:nvPr/>
        </p:nvSpPr>
        <p:spPr>
          <a:xfrm>
            <a:off x="548640" y="1639967"/>
            <a:ext cx="7512500" cy="27312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IRWNGG+Calibri-Bold"/>
                <a:cs typeface="IRWNGG+Calibri-Bold"/>
              </a:rPr>
              <a:t></a:t>
            </a:r>
          </a:p>
          <a:p>
            <a:pPr marL="457199" marR="0">
              <a:lnSpc>
                <a:spcPts val="3417"/>
              </a:lnSpc>
              <a:spcBef>
                <a:spcPts val="574"/>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906"/>
              </a:lnSpc>
              <a:spcBef>
                <a:spcPts val="701"/>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IRWNGG+Calibri-Bold"/>
                <a:cs typeface="IRWNGG+Calibri-Bold"/>
              </a:rPr>
              <a:t></a:t>
            </a:r>
          </a:p>
          <a:p>
            <a:pPr marL="457199" marR="0">
              <a:lnSpc>
                <a:spcPts val="3417"/>
              </a:lnSpc>
              <a:spcBef>
                <a:spcPts val="674"/>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906"/>
              </a:lnSpc>
              <a:spcBef>
                <a:spcPts val="701"/>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IRWNGG+Calibri-Bold"/>
                <a:cs typeface="IRWNGG+Calibri-Bold"/>
              </a:rPr>
              <a:t></a:t>
            </a:r>
          </a:p>
        </p:txBody>
      </p:sp>
      <p:sp>
        <p:nvSpPr>
          <p:cNvPr id="5" name="object 5"/>
          <p:cNvSpPr txBox="1"/>
          <p:nvPr/>
        </p:nvSpPr>
        <p:spPr>
          <a:xfrm>
            <a:off x="548640" y="4406136"/>
            <a:ext cx="7199906" cy="1057324"/>
          </a:xfrm>
          <a:prstGeom prst="rect">
            <a:avLst/>
          </a:prstGeom>
        </p:spPr>
        <p:txBody>
          <a:bodyPr vert="horz" wrap="square" lIns="0" tIns="0" rIns="0" bIns="0" rtlCol="0">
            <a:spAutoFit/>
          </a:bodyPr>
          <a:lstStyle/>
          <a:p>
            <a:pPr marL="457199"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906"/>
              </a:lnSpc>
              <a:spcBef>
                <a:spcPts val="701"/>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IRWNGG+Calibri-Bold"/>
                <a:cs typeface="IRWNGG+Calibri-Bold"/>
              </a:rPr>
              <a:t></a:t>
            </a:r>
          </a:p>
        </p:txBody>
      </p:sp>
      <p:sp>
        <p:nvSpPr>
          <p:cNvPr id="6" name="object 6"/>
          <p:cNvSpPr txBox="1"/>
          <p:nvPr/>
        </p:nvSpPr>
        <p:spPr>
          <a:xfrm>
            <a:off x="1005839" y="5511036"/>
            <a:ext cx="5398704"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7" name="object 7"/>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8" name="object 8"/>
          <p:cNvSpPr txBox="1"/>
          <p:nvPr/>
        </p:nvSpPr>
        <p:spPr>
          <a:xfrm>
            <a:off x="91440" y="6590718"/>
            <a:ext cx="263665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5">
            <a:extLst>
              <a:ext uri="{FF2B5EF4-FFF2-40B4-BE49-F238E27FC236}">
                <a16:creationId xmlns:a16="http://schemas.microsoft.com/office/drawing/2014/main" id="{048A14B6-14E9-0688-0002-994C7661B08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F594D32E-95A7-734A-999F-7B8A89562E7F}" type="slidenum">
              <a:rPr lang="tr-TR" altLang="en-US" sz="1400"/>
              <a:pPr eaLnBrk="1" hangingPunct="1"/>
              <a:t>25</a:t>
            </a:fld>
            <a:endParaRPr lang="tr-TR" altLang="en-US" sz="1400"/>
          </a:p>
        </p:txBody>
      </p:sp>
      <p:pic>
        <p:nvPicPr>
          <p:cNvPr id="16387" name="Picture 6">
            <a:extLst>
              <a:ext uri="{FF2B5EF4-FFF2-40B4-BE49-F238E27FC236}">
                <a16:creationId xmlns:a16="http://schemas.microsoft.com/office/drawing/2014/main" id="{EA10419F-D37D-8B75-42D6-221DA60EFE34}"/>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140200" y="1492250"/>
            <a:ext cx="4546600" cy="4375150"/>
          </a:xfrm>
        </p:spPr>
      </p:pic>
      <p:sp>
        <p:nvSpPr>
          <p:cNvPr id="16388" name="Rectangle 4">
            <a:extLst>
              <a:ext uri="{FF2B5EF4-FFF2-40B4-BE49-F238E27FC236}">
                <a16:creationId xmlns:a16="http://schemas.microsoft.com/office/drawing/2014/main" id="{17BE3D0D-2F87-6E1D-A03E-5F87F96C6BE9}"/>
              </a:ext>
            </a:extLst>
          </p:cNvPr>
          <p:cNvSpPr>
            <a:spLocks noGrp="1" noChangeArrowheads="1"/>
          </p:cNvSpPr>
          <p:nvPr>
            <p:ph type="title" idx="4294967295"/>
          </p:nvPr>
        </p:nvSpPr>
        <p:spPr>
          <a:xfrm>
            <a:off x="377666" y="427735"/>
            <a:ext cx="6797992" cy="369332"/>
          </a:xfrm>
        </p:spPr>
        <p:txBody>
          <a:bodyPr/>
          <a:lstStyle/>
          <a:p>
            <a:pPr eaLnBrk="1" hangingPunct="1"/>
            <a:r>
              <a:rPr lang="en-US" altLang="en-US" sz="2400" b="1" dirty="0"/>
              <a:t>Prediction: </a:t>
            </a:r>
            <a:r>
              <a:rPr lang="tr-TR" altLang="en-US" sz="2400" b="1" dirty="0" err="1"/>
              <a:t>Regression</a:t>
            </a:r>
            <a:endParaRPr lang="tr-TR" altLang="en-US" sz="2400" b="1" dirty="0"/>
          </a:p>
        </p:txBody>
      </p:sp>
      <p:sp>
        <p:nvSpPr>
          <p:cNvPr id="16389" name="Rectangle 5">
            <a:extLst>
              <a:ext uri="{FF2B5EF4-FFF2-40B4-BE49-F238E27FC236}">
                <a16:creationId xmlns:a16="http://schemas.microsoft.com/office/drawing/2014/main" id="{253327CB-28B8-EE8F-97E4-95518EBFD394}"/>
              </a:ext>
            </a:extLst>
          </p:cNvPr>
          <p:cNvSpPr>
            <a:spLocks noGrp="1" noChangeArrowheads="1"/>
          </p:cNvSpPr>
          <p:nvPr>
            <p:ph type="body" sz="half" idx="1"/>
          </p:nvPr>
        </p:nvSpPr>
        <p:spPr/>
        <p:txBody>
          <a:bodyPr/>
          <a:lstStyle/>
          <a:p>
            <a:pPr eaLnBrk="1" hangingPunct="1"/>
            <a:r>
              <a:rPr lang="tr-TR" altLang="en-US" dirty="0" err="1"/>
              <a:t>Example</a:t>
            </a:r>
            <a:r>
              <a:rPr lang="tr-TR" altLang="en-US" dirty="0"/>
              <a:t>: </a:t>
            </a:r>
            <a:r>
              <a:rPr lang="tr-TR" altLang="en-US" dirty="0" err="1"/>
              <a:t>Price</a:t>
            </a:r>
            <a:r>
              <a:rPr lang="tr-TR" altLang="en-US" dirty="0"/>
              <a:t> of a </a:t>
            </a:r>
            <a:r>
              <a:rPr lang="tr-TR" altLang="en-US" dirty="0" err="1"/>
              <a:t>used</a:t>
            </a:r>
            <a:r>
              <a:rPr lang="tr-TR" altLang="en-US" dirty="0"/>
              <a:t> car</a:t>
            </a:r>
          </a:p>
          <a:p>
            <a:pPr eaLnBrk="1" hangingPunct="1"/>
            <a:r>
              <a:rPr lang="tr-TR" altLang="en-US" i="1" dirty="0"/>
              <a:t>x </a:t>
            </a:r>
            <a:r>
              <a:rPr lang="tr-TR" altLang="en-US" dirty="0"/>
              <a:t>: car </a:t>
            </a:r>
            <a:r>
              <a:rPr lang="tr-TR" altLang="en-US" dirty="0" err="1"/>
              <a:t>attributes</a:t>
            </a:r>
            <a:endParaRPr lang="tr-TR" altLang="en-US" dirty="0"/>
          </a:p>
          <a:p>
            <a:pPr eaLnBrk="1" hangingPunct="1">
              <a:buFont typeface="Wingdings" pitchFamily="2" charset="2"/>
              <a:buNone/>
            </a:pPr>
            <a:r>
              <a:rPr lang="tr-TR" altLang="en-US" dirty="0"/>
              <a:t>	</a:t>
            </a:r>
            <a:r>
              <a:rPr lang="tr-TR" altLang="en-US" i="1" dirty="0"/>
              <a:t>y </a:t>
            </a:r>
            <a:r>
              <a:rPr lang="tr-TR" altLang="en-US" dirty="0"/>
              <a:t>: </a:t>
            </a:r>
            <a:r>
              <a:rPr lang="tr-TR" altLang="en-US" dirty="0" err="1"/>
              <a:t>price</a:t>
            </a:r>
            <a:endParaRPr lang="tr-TR" altLang="en-US" dirty="0"/>
          </a:p>
          <a:p>
            <a:pPr eaLnBrk="1" hangingPunct="1">
              <a:buFont typeface="Wingdings" pitchFamily="2" charset="2"/>
              <a:buNone/>
            </a:pPr>
            <a:r>
              <a:rPr lang="tr-TR" altLang="en-US" dirty="0"/>
              <a:t>		</a:t>
            </a:r>
            <a:r>
              <a:rPr lang="tr-TR" altLang="en-US" i="1" dirty="0"/>
              <a:t>y </a:t>
            </a:r>
            <a:r>
              <a:rPr lang="tr-TR" altLang="en-US" dirty="0"/>
              <a:t>= </a:t>
            </a:r>
            <a:r>
              <a:rPr lang="tr-TR" altLang="en-US" i="1" dirty="0"/>
              <a:t>g </a:t>
            </a:r>
            <a:r>
              <a:rPr lang="tr-TR" altLang="en-US" dirty="0"/>
              <a:t>(</a:t>
            </a:r>
            <a:r>
              <a:rPr lang="tr-TR" altLang="en-US" i="1" dirty="0"/>
              <a:t>x </a:t>
            </a:r>
            <a:r>
              <a:rPr lang="tr-TR" altLang="en-US" dirty="0"/>
              <a:t>| </a:t>
            </a:r>
            <a:r>
              <a:rPr lang="tr-TR" altLang="en-US" i="1" dirty="0" err="1"/>
              <a:t>θ</a:t>
            </a:r>
            <a:r>
              <a:rPr lang="tr-TR" altLang="en-US" dirty="0">
                <a:latin typeface="Symbol" pitchFamily="2" charset="2"/>
              </a:rPr>
              <a:t> </a:t>
            </a:r>
            <a:r>
              <a:rPr lang="tr-TR" altLang="en-US" dirty="0"/>
              <a:t>)</a:t>
            </a:r>
          </a:p>
          <a:p>
            <a:pPr eaLnBrk="1" hangingPunct="1">
              <a:buFont typeface="Wingdings" pitchFamily="2" charset="2"/>
              <a:buNone/>
            </a:pPr>
            <a:r>
              <a:rPr lang="tr-TR" altLang="en-US" dirty="0"/>
              <a:t>	</a:t>
            </a:r>
            <a:r>
              <a:rPr lang="tr-TR" altLang="en-US" i="1" dirty="0"/>
              <a:t>g </a:t>
            </a:r>
            <a:r>
              <a:rPr lang="tr-TR" altLang="en-US" dirty="0"/>
              <a:t>( ) model,</a:t>
            </a:r>
          </a:p>
          <a:p>
            <a:pPr eaLnBrk="1" hangingPunct="1">
              <a:buFont typeface="Wingdings" pitchFamily="2" charset="2"/>
              <a:buNone/>
            </a:pPr>
            <a:r>
              <a:rPr lang="tr-TR" altLang="en-US" dirty="0">
                <a:latin typeface="Symbol" pitchFamily="2" charset="2"/>
              </a:rPr>
              <a:t>	</a:t>
            </a:r>
            <a:r>
              <a:rPr lang="tr-TR" altLang="en-US" i="1" dirty="0" err="1"/>
              <a:t>θ</a:t>
            </a:r>
            <a:r>
              <a:rPr lang="tr-TR" altLang="en-US" dirty="0"/>
              <a:t> </a:t>
            </a:r>
            <a:r>
              <a:rPr lang="tr-TR" altLang="en-US" dirty="0" err="1"/>
              <a:t>parameters</a:t>
            </a:r>
            <a:endParaRPr lang="tr-TR" altLang="en-US" dirty="0"/>
          </a:p>
        </p:txBody>
      </p:sp>
      <p:sp>
        <p:nvSpPr>
          <p:cNvPr id="16390" name="Text Box 9">
            <a:extLst>
              <a:ext uri="{FF2B5EF4-FFF2-40B4-BE49-F238E27FC236}">
                <a16:creationId xmlns:a16="http://schemas.microsoft.com/office/drawing/2014/main" id="{BDA18544-0C44-F6C6-D4C3-26FB604CFD1D}"/>
              </a:ext>
            </a:extLst>
          </p:cNvPr>
          <p:cNvSpPr txBox="1">
            <a:spLocks noChangeArrowheads="1"/>
          </p:cNvSpPr>
          <p:nvPr/>
        </p:nvSpPr>
        <p:spPr bwMode="auto">
          <a:xfrm>
            <a:off x="6227763" y="2779713"/>
            <a:ext cx="15696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i="1" dirty="0">
                <a:latin typeface="Lucida Bright" panose="02040602050505020304" pitchFamily="18" charset="77"/>
              </a:rPr>
              <a:t>y </a:t>
            </a:r>
            <a:r>
              <a:rPr lang="tr-TR" altLang="en-US" sz="2400" dirty="0">
                <a:latin typeface="Lucida Bright" panose="02040602050505020304" pitchFamily="18" charset="77"/>
              </a:rPr>
              <a:t>= </a:t>
            </a:r>
            <a:r>
              <a:rPr lang="tr-TR" altLang="en-US" sz="2400" i="1" dirty="0">
                <a:latin typeface="Lucida Bright" panose="02040602050505020304" pitchFamily="18" charset="77"/>
              </a:rPr>
              <a:t>bx</a:t>
            </a:r>
            <a:r>
              <a:rPr lang="tr-TR" altLang="en-US" sz="2400" dirty="0">
                <a:latin typeface="Lucida Bright" panose="02040602050505020304" pitchFamily="18" charset="77"/>
              </a:rPr>
              <a:t>+</a:t>
            </a:r>
            <a:r>
              <a:rPr lang="tr-TR" altLang="en-US" sz="2400" i="1" dirty="0">
                <a:latin typeface="Lucida Bright" panose="02040602050505020304" pitchFamily="18" charset="77"/>
              </a:rPr>
              <a:t>a</a:t>
            </a:r>
            <a:r>
              <a:rPr lang="tr-TR" altLang="en-US" sz="2400" baseline="-25000" dirty="0">
                <a:latin typeface="Lucida Bright" panose="02040602050505020304" pitchFamily="18" charset="77"/>
              </a:rPr>
              <a:t>0</a:t>
            </a:r>
            <a:endParaRPr lang="en-GB" altLang="en-US" sz="2400" baseline="-25000" dirty="0">
              <a:latin typeface="Lucida Bright" panose="02040602050505020304" pitchFamily="18" charset="77"/>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17098" y="129609"/>
            <a:ext cx="746700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44667"/>
            <a:ext cx="588217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4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52" dirty="0">
                <a:solidFill>
                  <a:srgbClr val="000000"/>
                </a:solidFill>
                <a:latin typeface="DJCJHN+Cmmi10"/>
                <a:cs typeface="DJCJHN+Cmmi10"/>
              </a:rPr>
              <a:t> </a:t>
            </a:r>
            <a:r>
              <a:rPr sz="3200" dirty="0">
                <a:solidFill>
                  <a:srgbClr val="000000"/>
                </a:solidFill>
                <a:latin typeface="LIJFOD+Calibri"/>
                <a:cs typeface="LIJFOD+Calibri"/>
              </a:rPr>
              <a:t></a:t>
            </a:r>
          </a:p>
        </p:txBody>
      </p:sp>
      <p:sp>
        <p:nvSpPr>
          <p:cNvPr id="5" name="object 5"/>
          <p:cNvSpPr txBox="1"/>
          <p:nvPr/>
        </p:nvSpPr>
        <p:spPr>
          <a:xfrm>
            <a:off x="2286444"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6" name="object 6"/>
          <p:cNvSpPr txBox="1"/>
          <p:nvPr/>
        </p:nvSpPr>
        <p:spPr>
          <a:xfrm>
            <a:off x="3629469"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7" name="object 7"/>
          <p:cNvSpPr txBox="1"/>
          <p:nvPr/>
        </p:nvSpPr>
        <p:spPr>
          <a:xfrm>
            <a:off x="5475732" y="1366582"/>
            <a:ext cx="829096"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7"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8" name="object 8"/>
          <p:cNvSpPr txBox="1"/>
          <p:nvPr/>
        </p:nvSpPr>
        <p:spPr>
          <a:xfrm>
            <a:off x="548640" y="1728867"/>
            <a:ext cx="7240849"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f</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248"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p>
        </p:txBody>
      </p:sp>
      <p:sp>
        <p:nvSpPr>
          <p:cNvPr id="9" name="object 9"/>
          <p:cNvSpPr txBox="1"/>
          <p:nvPr/>
        </p:nvSpPr>
        <p:spPr>
          <a:xfrm>
            <a:off x="1005839" y="2310636"/>
            <a:ext cx="4616246"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DJCJHN+Cmmi10"/>
                <a:cs typeface="DJCJHN+Cmmi10"/>
              </a:rPr>
              <a:t>y</a:t>
            </a:r>
            <a:r>
              <a:rPr sz="2800" spc="-217" dirty="0">
                <a:solidFill>
                  <a:srgbClr val="000000"/>
                </a:solidFill>
                <a:latin typeface="DJCJHN+Cmmi10"/>
                <a:cs typeface="DJCJHN+Cmmi10"/>
              </a:rPr>
              <a:t> </a:t>
            </a:r>
            <a:r>
              <a:rPr sz="2800" dirty="0">
                <a:solidFill>
                  <a:srgbClr val="000000"/>
                </a:solidFill>
                <a:latin typeface="LIJFOD+Calibri"/>
                <a:cs typeface="LIJFOD+Calibri"/>
              </a:rPr>
              <a:t></a:t>
            </a:r>
          </a:p>
        </p:txBody>
      </p:sp>
      <p:sp>
        <p:nvSpPr>
          <p:cNvPr id="10" name="object 10"/>
          <p:cNvSpPr txBox="1"/>
          <p:nvPr/>
        </p:nvSpPr>
        <p:spPr>
          <a:xfrm>
            <a:off x="2139061" y="2989833"/>
            <a:ext cx="242515" cy="3022324"/>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a:p>
            <a:pPr marL="0" marR="0">
              <a:lnSpc>
                <a:spcPts val="1708"/>
              </a:lnSpc>
              <a:spcBef>
                <a:spcPts val="712"/>
              </a:spcBef>
              <a:spcAft>
                <a:spcPts val="0"/>
              </a:spcAft>
            </a:pPr>
            <a:r>
              <a:rPr sz="1400" dirty="0">
                <a:solidFill>
                  <a:srgbClr val="000000"/>
                </a:solidFill>
                <a:latin typeface="LIJFOD+Calibri"/>
                <a:cs typeface="LIJFOD+Calibri"/>
              </a:rPr>
              <a:t></a:t>
            </a:r>
          </a:p>
          <a:p>
            <a:pPr marL="0" marR="0">
              <a:lnSpc>
                <a:spcPts val="1708"/>
              </a:lnSpc>
              <a:spcBef>
                <a:spcPts val="761"/>
              </a:spcBef>
              <a:spcAft>
                <a:spcPts val="0"/>
              </a:spcAft>
            </a:pPr>
            <a:r>
              <a:rPr sz="1400" dirty="0">
                <a:solidFill>
                  <a:srgbClr val="000000"/>
                </a:solidFill>
                <a:latin typeface="LIJFOD+Calibri"/>
                <a:cs typeface="LIJFOD+Calibri"/>
              </a:rPr>
              <a:t></a:t>
            </a:r>
          </a:p>
          <a:p>
            <a:pPr marL="0" marR="0">
              <a:lnSpc>
                <a:spcPts val="1708"/>
              </a:lnSpc>
              <a:spcBef>
                <a:spcPts val="711"/>
              </a:spcBef>
              <a:spcAft>
                <a:spcPts val="0"/>
              </a:spcAft>
            </a:pPr>
            <a:r>
              <a:rPr sz="1400" dirty="0">
                <a:solidFill>
                  <a:srgbClr val="000000"/>
                </a:solidFill>
                <a:latin typeface="LIJFOD+Calibri"/>
                <a:cs typeface="LIJFOD+Calibri"/>
              </a:rPr>
              <a:t></a:t>
            </a:r>
          </a:p>
          <a:p>
            <a:pPr marL="0" marR="0">
              <a:lnSpc>
                <a:spcPts val="1708"/>
              </a:lnSpc>
              <a:spcBef>
                <a:spcPts val="711"/>
              </a:spcBef>
              <a:spcAft>
                <a:spcPts val="0"/>
              </a:spcAft>
            </a:pPr>
            <a:r>
              <a:rPr sz="1400" dirty="0">
                <a:solidFill>
                  <a:srgbClr val="000000"/>
                </a:solidFill>
                <a:latin typeface="LIJFOD+Calibri"/>
                <a:cs typeface="LIJFOD+Calibri"/>
              </a:rPr>
              <a:t></a:t>
            </a:r>
          </a:p>
          <a:p>
            <a:pPr marL="0" marR="0">
              <a:lnSpc>
                <a:spcPts val="1708"/>
              </a:lnSpc>
              <a:spcBef>
                <a:spcPts val="712"/>
              </a:spcBef>
              <a:spcAft>
                <a:spcPts val="0"/>
              </a:spcAft>
            </a:pPr>
            <a:r>
              <a:rPr sz="1400" dirty="0">
                <a:solidFill>
                  <a:srgbClr val="000000"/>
                </a:solidFill>
                <a:latin typeface="LIJFOD+Calibri"/>
                <a:cs typeface="LIJFOD+Calibri"/>
              </a:rPr>
              <a:t></a:t>
            </a:r>
          </a:p>
          <a:p>
            <a:pPr marL="0" marR="0">
              <a:lnSpc>
                <a:spcPts val="1708"/>
              </a:lnSpc>
              <a:spcBef>
                <a:spcPts val="711"/>
              </a:spcBef>
              <a:spcAft>
                <a:spcPts val="0"/>
              </a:spcAft>
            </a:pPr>
            <a:r>
              <a:rPr sz="1400" dirty="0">
                <a:solidFill>
                  <a:srgbClr val="000000"/>
                </a:solidFill>
                <a:latin typeface="LIJFOD+Calibri"/>
                <a:cs typeface="LIJFOD+Calibri"/>
              </a:rPr>
              <a:t></a:t>
            </a:r>
          </a:p>
          <a:p>
            <a:pPr marL="0" marR="0">
              <a:lnSpc>
                <a:spcPts val="1708"/>
              </a:lnSpc>
              <a:spcBef>
                <a:spcPts val="761"/>
              </a:spcBef>
              <a:spcAft>
                <a:spcPts val="0"/>
              </a:spcAft>
            </a:pPr>
            <a:r>
              <a:rPr sz="1400" dirty="0">
                <a:solidFill>
                  <a:srgbClr val="000000"/>
                </a:solidFill>
                <a:latin typeface="LIJFOD+Calibri"/>
                <a:cs typeface="LIJFOD+Calibri"/>
              </a:rPr>
              <a:t></a:t>
            </a:r>
          </a:p>
          <a:p>
            <a:pPr marL="0" marR="0">
              <a:lnSpc>
                <a:spcPts val="1708"/>
              </a:lnSpc>
              <a:spcBef>
                <a:spcPts val="711"/>
              </a:spcBef>
              <a:spcAft>
                <a:spcPts val="0"/>
              </a:spcAft>
            </a:pPr>
            <a:r>
              <a:rPr sz="1400" dirty="0">
                <a:solidFill>
                  <a:srgbClr val="000000"/>
                </a:solidFill>
                <a:latin typeface="LIJFOD+Calibri"/>
                <a:cs typeface="LIJFOD+Calibri"/>
              </a:rPr>
              <a:t></a:t>
            </a:r>
          </a:p>
          <a:p>
            <a:pPr marL="0" marR="0">
              <a:lnSpc>
                <a:spcPts val="1708"/>
              </a:lnSpc>
              <a:spcBef>
                <a:spcPts val="711"/>
              </a:spcBef>
              <a:spcAft>
                <a:spcPts val="0"/>
              </a:spcAft>
            </a:pPr>
            <a:r>
              <a:rPr sz="1400" dirty="0">
                <a:solidFill>
                  <a:srgbClr val="000000"/>
                </a:solidFill>
                <a:latin typeface="LIJFOD+Calibri"/>
                <a:cs typeface="LIJFOD+Calibri"/>
              </a:rPr>
              <a:t></a:t>
            </a:r>
          </a:p>
        </p:txBody>
      </p:sp>
      <p:sp>
        <p:nvSpPr>
          <p:cNvPr id="11" name="object 11"/>
          <p:cNvSpPr txBox="1"/>
          <p:nvPr/>
        </p:nvSpPr>
        <p:spPr>
          <a:xfrm>
            <a:off x="2213906"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2" name="object 12"/>
          <p:cNvSpPr txBox="1"/>
          <p:nvPr/>
        </p:nvSpPr>
        <p:spPr>
          <a:xfrm>
            <a:off x="3199545"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3" name="object 13"/>
          <p:cNvSpPr txBox="1"/>
          <p:nvPr/>
        </p:nvSpPr>
        <p:spPr>
          <a:xfrm>
            <a:off x="4185183"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4" name="object 14"/>
          <p:cNvSpPr txBox="1"/>
          <p:nvPr/>
        </p:nvSpPr>
        <p:spPr>
          <a:xfrm>
            <a:off x="5170821"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5" name="object 15"/>
          <p:cNvSpPr txBox="1"/>
          <p:nvPr/>
        </p:nvSpPr>
        <p:spPr>
          <a:xfrm>
            <a:off x="6156459"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6" name="object 16"/>
          <p:cNvSpPr txBox="1"/>
          <p:nvPr/>
        </p:nvSpPr>
        <p:spPr>
          <a:xfrm>
            <a:off x="7142099" y="5978397"/>
            <a:ext cx="512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
        <p:nvSpPr>
          <p:cNvPr id="17" name="object 17"/>
          <p:cNvSpPr txBox="1"/>
          <p:nvPr/>
        </p:nvSpPr>
        <p:spPr>
          <a:xfrm>
            <a:off x="4698893" y="6239890"/>
            <a:ext cx="485254"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spc="-28" dirty="0">
                <a:solidFill>
                  <a:srgbClr val="000000"/>
                </a:solidFill>
                <a:latin typeface="IRWNGG+Calibri-Bold"/>
                <a:cs typeface="IRWNGG+Calibri-Bold"/>
              </a:rPr>
              <a:t></a:t>
            </a:r>
          </a:p>
        </p:txBody>
      </p:sp>
      <p:sp>
        <p:nvSpPr>
          <p:cNvPr id="18" name="object 1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9" name="object 19"/>
          <p:cNvSpPr txBox="1"/>
          <p:nvPr/>
        </p:nvSpPr>
        <p:spPr>
          <a:xfrm>
            <a:off x="91440" y="6591751"/>
            <a:ext cx="586309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a:extLst>
              <a:ext uri="{FF2B5EF4-FFF2-40B4-BE49-F238E27FC236}">
                <a16:creationId xmlns:a16="http://schemas.microsoft.com/office/drawing/2014/main" id="{A6CB8567-516F-A68E-5953-13A00A6C7B1B}"/>
              </a:ext>
            </a:extLst>
          </p:cNvPr>
          <p:cNvSpPr>
            <a:spLocks noGrp="1"/>
          </p:cNvSpPr>
          <p:nvPr>
            <p:ph type="sldNum" sz="quarter" idx="11"/>
          </p:nvPr>
        </p:nvSpPr>
        <p:spPr>
          <a:xfrm>
            <a:off x="6643688" y="6215063"/>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201DDF07-4F0D-E444-AEE6-88E6FB3942C1}" type="slidenum">
              <a:rPr lang="tr-TR" altLang="en-US" sz="1400"/>
              <a:pPr eaLnBrk="1" hangingPunct="1"/>
              <a:t>27</a:t>
            </a:fld>
            <a:endParaRPr lang="tr-TR" altLang="en-US" sz="1400"/>
          </a:p>
        </p:txBody>
      </p:sp>
      <p:sp>
        <p:nvSpPr>
          <p:cNvPr id="17411" name="Rectangle 2">
            <a:extLst>
              <a:ext uri="{FF2B5EF4-FFF2-40B4-BE49-F238E27FC236}">
                <a16:creationId xmlns:a16="http://schemas.microsoft.com/office/drawing/2014/main" id="{275E2D0F-BC0B-895B-45C1-02CE90CA7C44}"/>
              </a:ext>
            </a:extLst>
          </p:cNvPr>
          <p:cNvSpPr>
            <a:spLocks noGrp="1" noChangeArrowheads="1"/>
          </p:cNvSpPr>
          <p:nvPr>
            <p:ph type="title"/>
          </p:nvPr>
        </p:nvSpPr>
        <p:spPr>
          <a:xfrm>
            <a:off x="377666" y="427735"/>
            <a:ext cx="6797992" cy="369332"/>
          </a:xfrm>
        </p:spPr>
        <p:txBody>
          <a:bodyPr/>
          <a:lstStyle/>
          <a:p>
            <a:pPr eaLnBrk="1" hangingPunct="1"/>
            <a:r>
              <a:rPr lang="tr-TR" altLang="en-US" sz="2400" b="1" dirty="0" err="1"/>
              <a:t>Regression</a:t>
            </a:r>
            <a:r>
              <a:rPr lang="tr-TR" altLang="en-US" sz="2400" b="1" dirty="0"/>
              <a:t> Applications</a:t>
            </a:r>
          </a:p>
        </p:txBody>
      </p:sp>
      <p:sp>
        <p:nvSpPr>
          <p:cNvPr id="17412" name="Rectangle 3">
            <a:extLst>
              <a:ext uri="{FF2B5EF4-FFF2-40B4-BE49-F238E27FC236}">
                <a16:creationId xmlns:a16="http://schemas.microsoft.com/office/drawing/2014/main" id="{0A1E541D-B99B-B079-72A6-52B38E3B1854}"/>
              </a:ext>
            </a:extLst>
          </p:cNvPr>
          <p:cNvSpPr>
            <a:spLocks noGrp="1" noChangeArrowheads="1"/>
          </p:cNvSpPr>
          <p:nvPr>
            <p:ph type="body" idx="1"/>
          </p:nvPr>
        </p:nvSpPr>
        <p:spPr>
          <a:xfrm>
            <a:off x="457200" y="1981200"/>
            <a:ext cx="8229600" cy="1808163"/>
          </a:xfrm>
        </p:spPr>
        <p:txBody>
          <a:bodyPr/>
          <a:lstStyle/>
          <a:p>
            <a:pPr eaLnBrk="1" hangingPunct="1"/>
            <a:r>
              <a:rPr lang="tr-TR" altLang="en-US"/>
              <a:t>Navigating a car: Angle of the steering wheel (CMU NavLab)</a:t>
            </a:r>
          </a:p>
          <a:p>
            <a:pPr eaLnBrk="1" hangingPunct="1"/>
            <a:r>
              <a:rPr lang="tr-TR" altLang="en-US"/>
              <a:t>Kinematics of a robot arm</a:t>
            </a:r>
          </a:p>
        </p:txBody>
      </p:sp>
      <p:sp>
        <p:nvSpPr>
          <p:cNvPr id="17413" name="Rectangle 8">
            <a:extLst>
              <a:ext uri="{FF2B5EF4-FFF2-40B4-BE49-F238E27FC236}">
                <a16:creationId xmlns:a16="http://schemas.microsoft.com/office/drawing/2014/main" id="{CF29B0B2-5F95-7E67-9C68-FAEC1C33383C}"/>
              </a:ext>
            </a:extLst>
          </p:cNvPr>
          <p:cNvSpPr>
            <a:spLocks noChangeArrowheads="1"/>
          </p:cNvSpPr>
          <p:nvPr/>
        </p:nvSpPr>
        <p:spPr bwMode="auto">
          <a:xfrm>
            <a:off x="3563938" y="3284538"/>
            <a:ext cx="2232025"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spcBef>
                <a:spcPct val="20000"/>
              </a:spcBef>
              <a:buClr>
                <a:schemeClr val="bg2"/>
              </a:buClr>
              <a:buSzPct val="75000"/>
              <a:buFont typeface="Wingdings" pitchFamily="2" charset="2"/>
              <a:buNone/>
            </a:pPr>
            <a:r>
              <a:rPr lang="tr-TR" altLang="en-US" sz="2400" i="1">
                <a:latin typeface="Lucida Bright" panose="02040602050505020304" pitchFamily="18" charset="77"/>
              </a:rPr>
              <a:t>α</a:t>
            </a:r>
            <a:r>
              <a:rPr lang="tr-TR" altLang="en-US" sz="2000" baseline="-25000">
                <a:latin typeface="Lucida Bright" panose="02040602050505020304" pitchFamily="18" charset="77"/>
              </a:rPr>
              <a:t>1</a:t>
            </a:r>
            <a:r>
              <a:rPr lang="tr-TR" altLang="en-US" sz="2400">
                <a:latin typeface="Lucida Bright" panose="02040602050505020304" pitchFamily="18" charset="77"/>
              </a:rPr>
              <a:t>= </a:t>
            </a:r>
            <a:r>
              <a:rPr lang="tr-TR" altLang="en-US" sz="2400" i="1">
                <a:latin typeface="Lucida Bright" panose="02040602050505020304" pitchFamily="18" charset="77"/>
              </a:rPr>
              <a:t>g</a:t>
            </a:r>
            <a:r>
              <a:rPr lang="tr-TR" altLang="en-US" sz="2000" baseline="-25000">
                <a:latin typeface="Lucida Bright" panose="02040602050505020304" pitchFamily="18" charset="77"/>
              </a:rPr>
              <a:t>1</a:t>
            </a:r>
            <a:r>
              <a:rPr lang="tr-TR" altLang="en-US" sz="2400">
                <a:latin typeface="Lucida Bright" panose="02040602050505020304" pitchFamily="18" charset="77"/>
              </a:rPr>
              <a:t>(</a:t>
            </a:r>
            <a:r>
              <a:rPr lang="tr-TR" altLang="en-US" sz="2400" i="1">
                <a:latin typeface="Lucida Bright" panose="02040602050505020304" pitchFamily="18" charset="77"/>
              </a:rPr>
              <a:t>x</a:t>
            </a:r>
            <a:r>
              <a:rPr lang="tr-TR" altLang="en-US" sz="2400">
                <a:latin typeface="Lucida Bright" panose="02040602050505020304" pitchFamily="18" charset="77"/>
              </a:rPr>
              <a:t>,</a:t>
            </a:r>
            <a:r>
              <a:rPr lang="tr-TR" altLang="en-US" sz="2400" i="1">
                <a:latin typeface="Lucida Bright" panose="02040602050505020304" pitchFamily="18" charset="77"/>
              </a:rPr>
              <a:t>y</a:t>
            </a:r>
            <a:r>
              <a:rPr lang="tr-TR" altLang="en-US" sz="2400">
                <a:latin typeface="Lucida Bright" panose="02040602050505020304" pitchFamily="18" charset="77"/>
              </a:rPr>
              <a:t>)</a:t>
            </a:r>
          </a:p>
          <a:p>
            <a:pPr eaLnBrk="1" hangingPunct="1">
              <a:spcBef>
                <a:spcPct val="20000"/>
              </a:spcBef>
              <a:buClr>
                <a:schemeClr val="bg2"/>
              </a:buClr>
              <a:buSzPct val="75000"/>
              <a:buFont typeface="Wingdings" pitchFamily="2" charset="2"/>
              <a:buNone/>
            </a:pPr>
            <a:r>
              <a:rPr lang="tr-TR" altLang="en-US" sz="2400" i="1">
                <a:latin typeface="Lucida Bright" panose="02040602050505020304" pitchFamily="18" charset="77"/>
              </a:rPr>
              <a:t>α</a:t>
            </a:r>
            <a:r>
              <a:rPr lang="tr-TR" altLang="en-US" sz="2000" baseline="-25000">
                <a:latin typeface="Lucida Bright" panose="02040602050505020304" pitchFamily="18" charset="77"/>
              </a:rPr>
              <a:t>2</a:t>
            </a:r>
            <a:r>
              <a:rPr lang="tr-TR" altLang="en-US" sz="2400">
                <a:latin typeface="Lucida Bright" panose="02040602050505020304" pitchFamily="18" charset="77"/>
              </a:rPr>
              <a:t>= </a:t>
            </a:r>
            <a:r>
              <a:rPr lang="tr-TR" altLang="en-US" sz="2400" i="1">
                <a:latin typeface="Lucida Bright" panose="02040602050505020304" pitchFamily="18" charset="77"/>
              </a:rPr>
              <a:t>g</a:t>
            </a:r>
            <a:r>
              <a:rPr lang="tr-TR" altLang="en-US" sz="2000" baseline="-25000">
                <a:latin typeface="Lucida Bright" panose="02040602050505020304" pitchFamily="18" charset="77"/>
              </a:rPr>
              <a:t>2</a:t>
            </a:r>
            <a:r>
              <a:rPr lang="tr-TR" altLang="en-US" sz="2400">
                <a:latin typeface="Lucida Bright" panose="02040602050505020304" pitchFamily="18" charset="77"/>
              </a:rPr>
              <a:t>(</a:t>
            </a:r>
            <a:r>
              <a:rPr lang="tr-TR" altLang="en-US" sz="2400" i="1">
                <a:latin typeface="Lucida Bright" panose="02040602050505020304" pitchFamily="18" charset="77"/>
              </a:rPr>
              <a:t>x</a:t>
            </a:r>
            <a:r>
              <a:rPr lang="tr-TR" altLang="en-US" sz="2400">
                <a:latin typeface="Lucida Bright" panose="02040602050505020304" pitchFamily="18" charset="77"/>
              </a:rPr>
              <a:t>,</a:t>
            </a:r>
            <a:r>
              <a:rPr lang="tr-TR" altLang="en-US" sz="2400" i="1">
                <a:latin typeface="Lucida Bright" panose="02040602050505020304" pitchFamily="18" charset="77"/>
              </a:rPr>
              <a:t>y</a:t>
            </a:r>
            <a:r>
              <a:rPr lang="tr-TR" altLang="en-US" sz="2400">
                <a:latin typeface="Lucida Bright" panose="02040602050505020304" pitchFamily="18" charset="77"/>
              </a:rPr>
              <a:t>)</a:t>
            </a:r>
          </a:p>
        </p:txBody>
      </p:sp>
      <p:grpSp>
        <p:nvGrpSpPr>
          <p:cNvPr id="17414" name="Group 19">
            <a:extLst>
              <a:ext uri="{FF2B5EF4-FFF2-40B4-BE49-F238E27FC236}">
                <a16:creationId xmlns:a16="http://schemas.microsoft.com/office/drawing/2014/main" id="{0DC0B0D2-03D5-C938-2FB8-8E1B539F5B38}"/>
              </a:ext>
            </a:extLst>
          </p:cNvPr>
          <p:cNvGrpSpPr>
            <a:grpSpLocks/>
          </p:cNvGrpSpPr>
          <p:nvPr/>
        </p:nvGrpSpPr>
        <p:grpSpPr bwMode="auto">
          <a:xfrm>
            <a:off x="1403350" y="3284538"/>
            <a:ext cx="2374900" cy="2244725"/>
            <a:chOff x="930" y="2288"/>
            <a:chExt cx="1496" cy="1414"/>
          </a:xfrm>
        </p:grpSpPr>
        <p:sp>
          <p:nvSpPr>
            <p:cNvPr id="17415" name="Line 4">
              <a:extLst>
                <a:ext uri="{FF2B5EF4-FFF2-40B4-BE49-F238E27FC236}">
                  <a16:creationId xmlns:a16="http://schemas.microsoft.com/office/drawing/2014/main" id="{6ADA127C-4E40-FCDD-4273-B4711A844AB9}"/>
                </a:ext>
              </a:extLst>
            </p:cNvPr>
            <p:cNvSpPr>
              <a:spLocks noChangeShapeType="1"/>
            </p:cNvSpPr>
            <p:nvPr/>
          </p:nvSpPr>
          <p:spPr bwMode="auto">
            <a:xfrm>
              <a:off x="930" y="3702"/>
              <a:ext cx="77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6" name="Line 5">
              <a:extLst>
                <a:ext uri="{FF2B5EF4-FFF2-40B4-BE49-F238E27FC236}">
                  <a16:creationId xmlns:a16="http://schemas.microsoft.com/office/drawing/2014/main" id="{9D4B6FC4-BB4C-72C0-5153-E63BA8319BDC}"/>
                </a:ext>
              </a:extLst>
            </p:cNvPr>
            <p:cNvSpPr>
              <a:spLocks noChangeShapeType="1"/>
            </p:cNvSpPr>
            <p:nvPr/>
          </p:nvSpPr>
          <p:spPr bwMode="auto">
            <a:xfrm flipV="1">
              <a:off x="1292" y="3158"/>
              <a:ext cx="681" cy="5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7" name="Line 6">
              <a:extLst>
                <a:ext uri="{FF2B5EF4-FFF2-40B4-BE49-F238E27FC236}">
                  <a16:creationId xmlns:a16="http://schemas.microsoft.com/office/drawing/2014/main" id="{DC3855A3-DD72-C4DF-5A30-5409C21FE54A}"/>
                </a:ext>
              </a:extLst>
            </p:cNvPr>
            <p:cNvSpPr>
              <a:spLocks noChangeShapeType="1"/>
            </p:cNvSpPr>
            <p:nvPr/>
          </p:nvSpPr>
          <p:spPr bwMode="auto">
            <a:xfrm flipH="1" flipV="1">
              <a:off x="1701" y="2523"/>
              <a:ext cx="271" cy="635"/>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17418" name="Line 7">
              <a:extLst>
                <a:ext uri="{FF2B5EF4-FFF2-40B4-BE49-F238E27FC236}">
                  <a16:creationId xmlns:a16="http://schemas.microsoft.com/office/drawing/2014/main" id="{D3D964FD-FC49-5400-38C1-CF718FCA3561}"/>
                </a:ext>
              </a:extLst>
            </p:cNvPr>
            <p:cNvSpPr>
              <a:spLocks noChangeShapeType="1"/>
            </p:cNvSpPr>
            <p:nvPr/>
          </p:nvSpPr>
          <p:spPr bwMode="auto">
            <a:xfrm>
              <a:off x="1474" y="3158"/>
              <a:ext cx="952" cy="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7419" name="Rectangle 10">
              <a:extLst>
                <a:ext uri="{FF2B5EF4-FFF2-40B4-BE49-F238E27FC236}">
                  <a16:creationId xmlns:a16="http://schemas.microsoft.com/office/drawing/2014/main" id="{12D5C818-DE1B-DACA-4A15-50B2F706738A}"/>
                </a:ext>
              </a:extLst>
            </p:cNvPr>
            <p:cNvSpPr>
              <a:spLocks noChangeArrowheads="1"/>
            </p:cNvSpPr>
            <p:nvPr/>
          </p:nvSpPr>
          <p:spPr bwMode="auto">
            <a:xfrm>
              <a:off x="1655" y="3331"/>
              <a:ext cx="2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a:latin typeface="Lucida Bright" panose="02040602050505020304" pitchFamily="18" charset="77"/>
                </a:rPr>
                <a:t>α</a:t>
              </a:r>
              <a:r>
                <a:rPr lang="tr-TR" altLang="en-US" sz="2400" baseline="-25000">
                  <a:latin typeface="Lucida Bright" panose="02040602050505020304" pitchFamily="18" charset="77"/>
                </a:rPr>
                <a:t>1</a:t>
              </a:r>
            </a:p>
          </p:txBody>
        </p:sp>
        <p:sp>
          <p:nvSpPr>
            <p:cNvPr id="17420" name="Rectangle 11">
              <a:extLst>
                <a:ext uri="{FF2B5EF4-FFF2-40B4-BE49-F238E27FC236}">
                  <a16:creationId xmlns:a16="http://schemas.microsoft.com/office/drawing/2014/main" id="{833700A7-5DA4-4D71-D2AD-1EB70F5DEB3F}"/>
                </a:ext>
              </a:extLst>
            </p:cNvPr>
            <p:cNvSpPr>
              <a:spLocks noChangeArrowheads="1"/>
            </p:cNvSpPr>
            <p:nvPr/>
          </p:nvSpPr>
          <p:spPr bwMode="auto">
            <a:xfrm>
              <a:off x="1973" y="2750"/>
              <a:ext cx="2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a:latin typeface="Lucida Bright" panose="02040602050505020304" pitchFamily="18" charset="77"/>
                </a:rPr>
                <a:t>α</a:t>
              </a:r>
              <a:r>
                <a:rPr lang="tr-TR" altLang="en-US" sz="2400" baseline="-25000">
                  <a:latin typeface="Lucida Bright" panose="02040602050505020304" pitchFamily="18" charset="77"/>
                </a:rPr>
                <a:t>2</a:t>
              </a:r>
            </a:p>
          </p:txBody>
        </p:sp>
        <p:sp>
          <p:nvSpPr>
            <p:cNvPr id="17421" name="Arc 15">
              <a:extLst>
                <a:ext uri="{FF2B5EF4-FFF2-40B4-BE49-F238E27FC236}">
                  <a16:creationId xmlns:a16="http://schemas.microsoft.com/office/drawing/2014/main" id="{10EBC3DE-9BFE-2BA1-9E8A-AF9E48F4CB23}"/>
                </a:ext>
              </a:extLst>
            </p:cNvPr>
            <p:cNvSpPr>
              <a:spLocks/>
            </p:cNvSpPr>
            <p:nvPr/>
          </p:nvSpPr>
          <p:spPr bwMode="auto">
            <a:xfrm>
              <a:off x="1927" y="3067"/>
              <a:ext cx="137" cy="91"/>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2" name="Arc 16">
              <a:extLst>
                <a:ext uri="{FF2B5EF4-FFF2-40B4-BE49-F238E27FC236}">
                  <a16:creationId xmlns:a16="http://schemas.microsoft.com/office/drawing/2014/main" id="{79BA4B34-8B96-FCB0-B2CF-DBFE4FBFD053}"/>
                </a:ext>
              </a:extLst>
            </p:cNvPr>
            <p:cNvSpPr>
              <a:spLocks/>
            </p:cNvSpPr>
            <p:nvPr/>
          </p:nvSpPr>
          <p:spPr bwMode="auto">
            <a:xfrm>
              <a:off x="1474" y="3566"/>
              <a:ext cx="136" cy="1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7423" name="Rectangle 17">
              <a:extLst>
                <a:ext uri="{FF2B5EF4-FFF2-40B4-BE49-F238E27FC236}">
                  <a16:creationId xmlns:a16="http://schemas.microsoft.com/office/drawing/2014/main" id="{149D7DBC-C8A6-D55E-63B3-26DD4017ECAD}"/>
                </a:ext>
              </a:extLst>
            </p:cNvPr>
            <p:cNvSpPr>
              <a:spLocks noChangeArrowheads="1"/>
            </p:cNvSpPr>
            <p:nvPr/>
          </p:nvSpPr>
          <p:spPr bwMode="auto">
            <a:xfrm>
              <a:off x="1111" y="2288"/>
              <a:ext cx="4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tr-TR" altLang="en-US" sz="2400">
                  <a:latin typeface="Lucida Bright" panose="02040602050505020304" pitchFamily="18" charset="77"/>
                </a:rPr>
                <a:t>(</a:t>
              </a:r>
              <a:r>
                <a:rPr lang="tr-TR" altLang="en-US" sz="2400" i="1">
                  <a:latin typeface="Lucida Bright" panose="02040602050505020304" pitchFamily="18" charset="77"/>
                </a:rPr>
                <a:t>x</a:t>
              </a:r>
              <a:r>
                <a:rPr lang="tr-TR" altLang="en-US" sz="2400">
                  <a:latin typeface="Lucida Bright" panose="02040602050505020304" pitchFamily="18" charset="77"/>
                </a:rPr>
                <a:t>,</a:t>
              </a:r>
              <a:r>
                <a:rPr lang="tr-TR" altLang="en-US" sz="2400" i="1">
                  <a:latin typeface="Lucida Bright" panose="02040602050505020304" pitchFamily="18" charset="77"/>
                </a:rPr>
                <a:t>y</a:t>
              </a:r>
              <a:r>
                <a:rPr lang="tr-TR" altLang="en-US" sz="2400">
                  <a:latin typeface="Lucida Bright" panose="02040602050505020304" pitchFamily="18" charset="77"/>
                </a:rPr>
                <a:t>)</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65003" y="129609"/>
            <a:ext cx="7965088"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44667"/>
            <a:ext cx="588217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4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52" dirty="0">
                <a:solidFill>
                  <a:srgbClr val="000000"/>
                </a:solidFill>
                <a:latin typeface="DJCJHN+Cmmi10"/>
                <a:cs typeface="DJCJHN+Cmmi10"/>
              </a:rPr>
              <a:t> </a:t>
            </a:r>
            <a:r>
              <a:rPr sz="3200" dirty="0">
                <a:solidFill>
                  <a:srgbClr val="000000"/>
                </a:solidFill>
                <a:latin typeface="LIJFOD+Calibri"/>
                <a:cs typeface="LIJFOD+Calibri"/>
              </a:rPr>
              <a:t></a:t>
            </a:r>
          </a:p>
        </p:txBody>
      </p:sp>
      <p:sp>
        <p:nvSpPr>
          <p:cNvPr id="5" name="object 5"/>
          <p:cNvSpPr txBox="1"/>
          <p:nvPr/>
        </p:nvSpPr>
        <p:spPr>
          <a:xfrm>
            <a:off x="2286444"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6" name="object 6"/>
          <p:cNvSpPr txBox="1"/>
          <p:nvPr/>
        </p:nvSpPr>
        <p:spPr>
          <a:xfrm>
            <a:off x="3629469"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7" name="object 7"/>
          <p:cNvSpPr txBox="1"/>
          <p:nvPr/>
        </p:nvSpPr>
        <p:spPr>
          <a:xfrm>
            <a:off x="5475732" y="1366582"/>
            <a:ext cx="829096"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7"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8" name="object 8"/>
          <p:cNvSpPr txBox="1"/>
          <p:nvPr/>
        </p:nvSpPr>
        <p:spPr>
          <a:xfrm>
            <a:off x="548640" y="1728867"/>
            <a:ext cx="7240849" cy="491225"/>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f</a:t>
            </a:r>
            <a:r>
              <a:rPr sz="3200" dirty="0">
                <a:solidFill>
                  <a:srgbClr val="000000"/>
                </a:solidFill>
                <a:highlight>
                  <a:srgbClr val="FFFF00"/>
                </a:highlight>
                <a:latin typeface="LIJFOD+Calibri"/>
                <a:cs typeface="LIJFOD+Calibri"/>
              </a:rPr>
              <a:t></a:t>
            </a:r>
            <a:r>
              <a:rPr sz="3200" dirty="0">
                <a:solidFill>
                  <a:srgbClr val="000000"/>
                </a:solidFill>
                <a:latin typeface="DJCJHN+Cmmi10"/>
                <a:cs typeface="DJCJHN+Cmmi10"/>
              </a:rPr>
              <a:t>x</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248"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p>
        </p:txBody>
      </p:sp>
      <p:sp>
        <p:nvSpPr>
          <p:cNvPr id="9" name="object 9"/>
          <p:cNvSpPr txBox="1"/>
          <p:nvPr/>
        </p:nvSpPr>
        <p:spPr>
          <a:xfrm>
            <a:off x="1005839" y="2310636"/>
            <a:ext cx="4913675"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DJCJHN+Cmmi10"/>
                <a:cs typeface="DJCJHN+Cmmi10"/>
              </a:rPr>
              <a:t>y</a:t>
            </a:r>
            <a:r>
              <a:rPr sz="2800" spc="-217" dirty="0">
                <a:solidFill>
                  <a:srgbClr val="000000"/>
                </a:solidFill>
                <a:latin typeface="DJCJHN+Cmmi10"/>
                <a:cs typeface="DJCJHN+Cmmi10"/>
              </a:rPr>
              <a:t> </a:t>
            </a:r>
            <a:r>
              <a:rPr sz="2800" dirty="0">
                <a:solidFill>
                  <a:srgbClr val="000000"/>
                </a:solidFill>
                <a:latin typeface="LIJFOD+Calibri"/>
                <a:cs typeface="LIJFOD+Calibri"/>
              </a:rPr>
              <a:t></a:t>
            </a:r>
          </a:p>
        </p:txBody>
      </p:sp>
      <p:sp>
        <p:nvSpPr>
          <p:cNvPr id="10" name="object 10"/>
          <p:cNvSpPr txBox="1"/>
          <p:nvPr/>
        </p:nvSpPr>
        <p:spPr>
          <a:xfrm>
            <a:off x="545652" y="3082246"/>
            <a:ext cx="6103070" cy="1013961"/>
          </a:xfrm>
          <a:prstGeom prst="rect">
            <a:avLst/>
          </a:prstGeom>
        </p:spPr>
        <p:txBody>
          <a:bodyPr vert="horz" wrap="square" lIns="0" tIns="0" rIns="0" bIns="0" rtlCol="0">
            <a:spAutoFit/>
          </a:bodyPr>
          <a:lstStyle/>
          <a:p>
            <a:pPr marL="2225487" marR="0">
              <a:lnSpc>
                <a:spcPts val="2441"/>
              </a:lnSpc>
              <a:spcBef>
                <a:spcPts val="0"/>
              </a:spcBef>
              <a:spcAft>
                <a:spcPts val="0"/>
              </a:spcAft>
            </a:pPr>
            <a:r>
              <a:rPr sz="2000" dirty="0">
                <a:solidFill>
                  <a:srgbClr val="000000"/>
                </a:solidFill>
                <a:latin typeface="LIJFOD+Calibri"/>
                <a:cs typeface="LIJFOD+Calibri"/>
              </a:rPr>
              <a:t></a:t>
            </a:r>
          </a:p>
          <a:p>
            <a:pPr marL="0" marR="0">
              <a:lnSpc>
                <a:spcPts val="2441"/>
              </a:lnSpc>
              <a:spcBef>
                <a:spcPts val="2851"/>
              </a:spcBef>
              <a:spcAft>
                <a:spcPts val="0"/>
              </a:spcAft>
            </a:pPr>
            <a:r>
              <a:rPr sz="2000" dirty="0">
                <a:solidFill>
                  <a:srgbClr val="000000"/>
                </a:solidFill>
                <a:latin typeface="LIJFOD+Calibri"/>
                <a:cs typeface="LIJFOD+Calibri"/>
              </a:rPr>
              <a:t></a:t>
            </a:r>
          </a:p>
        </p:txBody>
      </p:sp>
      <p:sp>
        <p:nvSpPr>
          <p:cNvPr id="11" name="object 11"/>
          <p:cNvSpPr txBox="1"/>
          <p:nvPr/>
        </p:nvSpPr>
        <p:spPr>
          <a:xfrm>
            <a:off x="909120" y="4740520"/>
            <a:ext cx="1145596"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LIJFOD+Calibri"/>
                <a:cs typeface="LIJFOD+Calibri"/>
              </a:rPr>
              <a:t></a:t>
            </a:r>
          </a:p>
        </p:txBody>
      </p:sp>
      <p:sp>
        <p:nvSpPr>
          <p:cNvPr id="12" name="object 12"/>
          <p:cNvSpPr txBox="1"/>
          <p:nvPr/>
        </p:nvSpPr>
        <p:spPr>
          <a:xfrm>
            <a:off x="3866780" y="5120222"/>
            <a:ext cx="152251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spc="-23" dirty="0">
                <a:solidFill>
                  <a:srgbClr val="000000"/>
                </a:solidFill>
                <a:latin typeface="LIJFOD+Calibri"/>
                <a:cs typeface="LIJFOD+Calibri"/>
              </a:rPr>
              <a:t></a:t>
            </a:r>
          </a:p>
        </p:txBody>
      </p:sp>
      <p:sp>
        <p:nvSpPr>
          <p:cNvPr id="13" name="object 13"/>
          <p:cNvSpPr txBox="1"/>
          <p:nvPr/>
        </p:nvSpPr>
        <p:spPr>
          <a:xfrm>
            <a:off x="3866780" y="6361390"/>
            <a:ext cx="152251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spc="-23" dirty="0">
                <a:solidFill>
                  <a:srgbClr val="000000"/>
                </a:solidFill>
                <a:latin typeface="LIJFOD+Calibri"/>
                <a:cs typeface="LIJFOD+Calibri"/>
              </a:rPr>
              <a:t></a:t>
            </a:r>
          </a:p>
        </p:txBody>
      </p:sp>
      <p:sp>
        <p:nvSpPr>
          <p:cNvPr id="14" name="object 1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5" name="object 15"/>
          <p:cNvSpPr txBox="1"/>
          <p:nvPr/>
        </p:nvSpPr>
        <p:spPr>
          <a:xfrm>
            <a:off x="91440" y="6590718"/>
            <a:ext cx="252882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665003" y="129609"/>
            <a:ext cx="7965088"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44667"/>
            <a:ext cx="5882171"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1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44"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152" dirty="0">
                <a:solidFill>
                  <a:srgbClr val="000000"/>
                </a:solidFill>
                <a:latin typeface="DJCJHN+Cmmi10"/>
                <a:cs typeface="DJCJHN+Cmmi10"/>
              </a:rPr>
              <a:t> </a:t>
            </a:r>
            <a:r>
              <a:rPr sz="3200" dirty="0">
                <a:solidFill>
                  <a:srgbClr val="000000"/>
                </a:solidFill>
                <a:latin typeface="LIJFOD+Calibri"/>
                <a:cs typeface="LIJFOD+Calibri"/>
              </a:rPr>
              <a:t></a:t>
            </a:r>
          </a:p>
        </p:txBody>
      </p:sp>
      <p:sp>
        <p:nvSpPr>
          <p:cNvPr id="5" name="object 5"/>
          <p:cNvSpPr txBox="1"/>
          <p:nvPr/>
        </p:nvSpPr>
        <p:spPr>
          <a:xfrm>
            <a:off x="2286444"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6" name="object 6"/>
          <p:cNvSpPr txBox="1"/>
          <p:nvPr/>
        </p:nvSpPr>
        <p:spPr>
          <a:xfrm>
            <a:off x="3629469" y="1366582"/>
            <a:ext cx="81938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7" name="object 7"/>
          <p:cNvSpPr txBox="1"/>
          <p:nvPr/>
        </p:nvSpPr>
        <p:spPr>
          <a:xfrm>
            <a:off x="5475732" y="1366582"/>
            <a:ext cx="829096"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597"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8" name="object 8"/>
          <p:cNvSpPr txBox="1"/>
          <p:nvPr/>
        </p:nvSpPr>
        <p:spPr>
          <a:xfrm>
            <a:off x="548640" y="1728867"/>
            <a:ext cx="7240849"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f</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dirty="0">
                <a:solidFill>
                  <a:srgbClr val="000000"/>
                </a:solidFill>
                <a:latin typeface="LIJFOD+Calibri"/>
                <a:cs typeface="LIJFOD+Calibri"/>
              </a:rPr>
              <a:t></a:t>
            </a:r>
            <a:r>
              <a:rPr sz="3200" dirty="0">
                <a:solidFill>
                  <a:srgbClr val="000000"/>
                </a:solidFill>
                <a:latin typeface="DJCJHN+Cmmi10"/>
                <a:cs typeface="DJCJHN+Cmmi10"/>
              </a:rPr>
              <a:t>y</a:t>
            </a:r>
            <a:r>
              <a:rPr sz="3200" spc="-248"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p>
        </p:txBody>
      </p:sp>
      <p:sp>
        <p:nvSpPr>
          <p:cNvPr id="9" name="object 9"/>
          <p:cNvSpPr txBox="1"/>
          <p:nvPr/>
        </p:nvSpPr>
        <p:spPr>
          <a:xfrm>
            <a:off x="1005839" y="2310636"/>
            <a:ext cx="4913675"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DJCJHN+Cmmi10"/>
                <a:cs typeface="DJCJHN+Cmmi10"/>
              </a:rPr>
              <a:t>y</a:t>
            </a:r>
            <a:r>
              <a:rPr sz="2800" spc="-217" dirty="0">
                <a:solidFill>
                  <a:srgbClr val="000000"/>
                </a:solidFill>
                <a:latin typeface="DJCJHN+Cmmi10"/>
                <a:cs typeface="DJCJHN+Cmmi10"/>
              </a:rPr>
              <a:t> </a:t>
            </a:r>
            <a:r>
              <a:rPr sz="2800" dirty="0">
                <a:solidFill>
                  <a:srgbClr val="000000"/>
                </a:solidFill>
                <a:latin typeface="LIJFOD+Calibri"/>
                <a:cs typeface="LIJFOD+Calibri"/>
              </a:rPr>
              <a:t></a:t>
            </a:r>
          </a:p>
        </p:txBody>
      </p:sp>
      <p:sp>
        <p:nvSpPr>
          <p:cNvPr id="10" name="object 10"/>
          <p:cNvSpPr txBox="1"/>
          <p:nvPr/>
        </p:nvSpPr>
        <p:spPr>
          <a:xfrm>
            <a:off x="545652" y="3082246"/>
            <a:ext cx="6103070" cy="1013961"/>
          </a:xfrm>
          <a:prstGeom prst="rect">
            <a:avLst/>
          </a:prstGeom>
        </p:spPr>
        <p:txBody>
          <a:bodyPr vert="horz" wrap="square" lIns="0" tIns="0" rIns="0" bIns="0" rtlCol="0">
            <a:spAutoFit/>
          </a:bodyPr>
          <a:lstStyle/>
          <a:p>
            <a:pPr marL="2225487" marR="0">
              <a:lnSpc>
                <a:spcPts val="2441"/>
              </a:lnSpc>
              <a:spcBef>
                <a:spcPts val="0"/>
              </a:spcBef>
              <a:spcAft>
                <a:spcPts val="0"/>
              </a:spcAft>
            </a:pPr>
            <a:r>
              <a:rPr sz="2000" dirty="0">
                <a:solidFill>
                  <a:srgbClr val="000000"/>
                </a:solidFill>
                <a:latin typeface="LIJFOD+Calibri"/>
                <a:cs typeface="LIJFOD+Calibri"/>
              </a:rPr>
              <a:t></a:t>
            </a:r>
          </a:p>
          <a:p>
            <a:pPr marL="0" marR="0">
              <a:lnSpc>
                <a:spcPts val="2441"/>
              </a:lnSpc>
              <a:spcBef>
                <a:spcPts val="2851"/>
              </a:spcBef>
              <a:spcAft>
                <a:spcPts val="0"/>
              </a:spcAft>
            </a:pPr>
            <a:r>
              <a:rPr sz="2000" dirty="0">
                <a:solidFill>
                  <a:srgbClr val="000000"/>
                </a:solidFill>
                <a:latin typeface="LIJFOD+Calibri"/>
                <a:cs typeface="LIJFOD+Calibri"/>
              </a:rPr>
              <a:t></a:t>
            </a:r>
          </a:p>
        </p:txBody>
      </p:sp>
      <p:sp>
        <p:nvSpPr>
          <p:cNvPr id="11" name="object 11"/>
          <p:cNvSpPr txBox="1"/>
          <p:nvPr/>
        </p:nvSpPr>
        <p:spPr>
          <a:xfrm>
            <a:off x="909120" y="4740520"/>
            <a:ext cx="1145596"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LIJFOD+Calibri"/>
                <a:cs typeface="LIJFOD+Calibri"/>
              </a:rPr>
              <a:t></a:t>
            </a:r>
          </a:p>
        </p:txBody>
      </p:sp>
      <p:sp>
        <p:nvSpPr>
          <p:cNvPr id="12" name="object 12"/>
          <p:cNvSpPr txBox="1"/>
          <p:nvPr/>
        </p:nvSpPr>
        <p:spPr>
          <a:xfrm>
            <a:off x="3866780" y="5120222"/>
            <a:ext cx="152251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spc="-23" dirty="0">
                <a:solidFill>
                  <a:srgbClr val="000000"/>
                </a:solidFill>
                <a:latin typeface="LIJFOD+Calibri"/>
                <a:cs typeface="LIJFOD+Calibri"/>
              </a:rPr>
              <a:t></a:t>
            </a:r>
          </a:p>
        </p:txBody>
      </p:sp>
      <p:sp>
        <p:nvSpPr>
          <p:cNvPr id="13" name="object 13"/>
          <p:cNvSpPr txBox="1"/>
          <p:nvPr/>
        </p:nvSpPr>
        <p:spPr>
          <a:xfrm>
            <a:off x="3346266" y="5692968"/>
            <a:ext cx="2735357" cy="266179"/>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sz="1400" spc="1612" dirty="0">
                <a:solidFill>
                  <a:srgbClr val="000000"/>
                </a:solidFill>
                <a:latin typeface="Times New Roman"/>
                <a:cs typeface="Times New Roman"/>
              </a:rPr>
              <a:t> </a:t>
            </a:r>
            <a:r>
              <a:rPr sz="1400" dirty="0">
                <a:solidFill>
                  <a:srgbClr val="000000"/>
                </a:solidFill>
                <a:latin typeface="LIJFOD+Calibri"/>
                <a:cs typeface="LIJFOD+Calibri"/>
              </a:rPr>
              <a:t></a:t>
            </a:r>
          </a:p>
        </p:txBody>
      </p:sp>
      <p:sp>
        <p:nvSpPr>
          <p:cNvPr id="14" name="object 14"/>
          <p:cNvSpPr txBox="1"/>
          <p:nvPr/>
        </p:nvSpPr>
        <p:spPr>
          <a:xfrm>
            <a:off x="3866780" y="6361390"/>
            <a:ext cx="152251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spc="-23" dirty="0">
                <a:solidFill>
                  <a:srgbClr val="000000"/>
                </a:solidFill>
                <a:latin typeface="LIJFOD+Calibri"/>
                <a:cs typeface="LIJFOD+Calibri"/>
              </a:rPr>
              <a:t></a:t>
            </a:r>
          </a:p>
        </p:txBody>
      </p:sp>
      <p:sp>
        <p:nvSpPr>
          <p:cNvPr id="15" name="object 15"/>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6" name="object 16"/>
          <p:cNvSpPr txBox="1"/>
          <p:nvPr/>
        </p:nvSpPr>
        <p:spPr>
          <a:xfrm>
            <a:off x="91440" y="6590718"/>
            <a:ext cx="252882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283491" y="129609"/>
            <a:ext cx="4727465"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44667"/>
            <a:ext cx="5034975"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DJCJHN+Cmmi10"/>
                <a:cs typeface="DJCJHN+Cmmi10"/>
              </a:rPr>
              <a:t>x </a:t>
            </a:r>
            <a:r>
              <a:rPr sz="3200" dirty="0">
                <a:solidFill>
                  <a:srgbClr val="000000"/>
                </a:solidFill>
                <a:latin typeface="LIJFOD+Calibri"/>
                <a:cs typeface="LIJFOD+Calibri"/>
              </a:rPr>
              <a:t></a:t>
            </a:r>
          </a:p>
        </p:txBody>
      </p:sp>
      <p:sp>
        <p:nvSpPr>
          <p:cNvPr id="5" name="object 5"/>
          <p:cNvSpPr txBox="1"/>
          <p:nvPr/>
        </p:nvSpPr>
        <p:spPr>
          <a:xfrm>
            <a:off x="1005839" y="1726436"/>
            <a:ext cx="6742603"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6" name="object 6"/>
          <p:cNvSpPr txBox="1"/>
          <p:nvPr/>
        </p:nvSpPr>
        <p:spPr>
          <a:xfrm>
            <a:off x="4760212" y="2878961"/>
            <a:ext cx="3999829" cy="20088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r>
              <a:rPr sz="2800" spc="1143"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17"/>
              </a:lnSpc>
              <a:spcBef>
                <a:spcPts val="682"/>
              </a:spcBef>
              <a:spcAft>
                <a:spcPts val="0"/>
              </a:spcAft>
            </a:pPr>
            <a:r>
              <a:rPr sz="2800" dirty="0">
                <a:solidFill>
                  <a:srgbClr val="000000"/>
                </a:solidFill>
                <a:latin typeface="LIJFOD+Calibri"/>
                <a:cs typeface="LIJFOD+Calibri"/>
              </a:rPr>
              <a:t></a:t>
            </a:r>
            <a:r>
              <a:rPr sz="2800" spc="1143"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17"/>
              </a:lnSpc>
              <a:spcBef>
                <a:spcPts val="582"/>
              </a:spcBef>
              <a:spcAft>
                <a:spcPts val="0"/>
              </a:spcAft>
            </a:pPr>
            <a:r>
              <a:rPr sz="2800" dirty="0">
                <a:solidFill>
                  <a:srgbClr val="000000"/>
                </a:solidFill>
                <a:latin typeface="LIJFOD+Calibri"/>
                <a:cs typeface="LIJFOD+Calibri"/>
              </a:rPr>
              <a:t></a:t>
            </a:r>
            <a:r>
              <a:rPr sz="2800" spc="1143"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17"/>
              </a:lnSpc>
              <a:spcBef>
                <a:spcPts val="582"/>
              </a:spcBef>
              <a:spcAft>
                <a:spcPts val="0"/>
              </a:spcAft>
            </a:pPr>
            <a:r>
              <a:rPr sz="2800" dirty="0">
                <a:solidFill>
                  <a:srgbClr val="000000"/>
                </a:solidFill>
                <a:latin typeface="LIJFOD+Calibri"/>
                <a:cs typeface="LIJFOD+Calibri"/>
              </a:rPr>
              <a:t>ဦ</a:t>
            </a:r>
          </a:p>
        </p:txBody>
      </p:sp>
      <p:sp>
        <p:nvSpPr>
          <p:cNvPr id="7" name="object 7"/>
          <p:cNvSpPr txBox="1"/>
          <p:nvPr/>
        </p:nvSpPr>
        <p:spPr>
          <a:xfrm>
            <a:off x="472440" y="4069052"/>
            <a:ext cx="545306"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LIJFOD+Calibri"/>
                <a:cs typeface="LIJFOD+Calibri"/>
              </a:rPr>
              <a:t></a:t>
            </a:r>
          </a:p>
        </p:txBody>
      </p:sp>
      <p:sp>
        <p:nvSpPr>
          <p:cNvPr id="8" name="object 8"/>
          <p:cNvSpPr txBox="1"/>
          <p:nvPr/>
        </p:nvSpPr>
        <p:spPr>
          <a:xfrm>
            <a:off x="2193099" y="5697421"/>
            <a:ext cx="1294159"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spc="-18"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10" name="object 10"/>
          <p:cNvSpPr txBox="1"/>
          <p:nvPr/>
        </p:nvSpPr>
        <p:spPr>
          <a:xfrm>
            <a:off x="91440" y="6590718"/>
            <a:ext cx="2528825"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9DDBE-7FAD-5E5F-24C7-DC0EA7FA2AD0}"/>
              </a:ext>
            </a:extLst>
          </p:cNvPr>
          <p:cNvSpPr>
            <a:spLocks noGrp="1"/>
          </p:cNvSpPr>
          <p:nvPr>
            <p:ph type="title"/>
          </p:nvPr>
        </p:nvSpPr>
        <p:spPr>
          <a:xfrm>
            <a:off x="377666" y="427735"/>
            <a:ext cx="6797992" cy="369332"/>
          </a:xfrm>
        </p:spPr>
        <p:txBody>
          <a:bodyPr/>
          <a:lstStyle/>
          <a:p>
            <a:r>
              <a:rPr lang="en-US" sz="2400" b="1" dirty="0"/>
              <a:t>Example of Multi-dimensional Data Structure </a:t>
            </a:r>
          </a:p>
        </p:txBody>
      </p:sp>
      <p:pic>
        <p:nvPicPr>
          <p:cNvPr id="5" name="Content Placeholder 4">
            <a:extLst>
              <a:ext uri="{FF2B5EF4-FFF2-40B4-BE49-F238E27FC236}">
                <a16:creationId xmlns:a16="http://schemas.microsoft.com/office/drawing/2014/main" id="{1F295DA3-79AF-DB12-88F3-E5B8993903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7544" y="756761"/>
            <a:ext cx="7639568" cy="5673503"/>
          </a:xfrm>
          <a:prstGeom prst="rect">
            <a:avLst/>
          </a:prstGeom>
        </p:spPr>
      </p:pic>
    </p:spTree>
    <p:extLst>
      <p:ext uri="{BB962C8B-B14F-4D97-AF65-F5344CB8AC3E}">
        <p14:creationId xmlns:p14="http://schemas.microsoft.com/office/powerpoint/2010/main" val="3620489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4">
            <a:extLst>
              <a:ext uri="{FF2B5EF4-FFF2-40B4-BE49-F238E27FC236}">
                <a16:creationId xmlns:a16="http://schemas.microsoft.com/office/drawing/2014/main" id="{90315B9A-55DC-0A8A-7A92-7A286AD613E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11E1ED98-7197-F940-B78A-3542CA04E5CE}" type="slidenum">
              <a:rPr lang="tr-TR" altLang="en-US" sz="1400"/>
              <a:pPr eaLnBrk="1" hangingPunct="1"/>
              <a:t>32</a:t>
            </a:fld>
            <a:endParaRPr lang="tr-TR" altLang="en-US" sz="1400"/>
          </a:p>
        </p:txBody>
      </p:sp>
      <p:pic>
        <p:nvPicPr>
          <p:cNvPr id="13315" name="Picture 9">
            <a:extLst>
              <a:ext uri="{FF2B5EF4-FFF2-40B4-BE49-F238E27FC236}">
                <a16:creationId xmlns:a16="http://schemas.microsoft.com/office/drawing/2014/main" id="{BB3F2CAB-7430-1471-571F-39B6D3208574}"/>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995738" y="549275"/>
            <a:ext cx="4689475" cy="4464050"/>
          </a:xfrm>
        </p:spPr>
      </p:pic>
      <p:sp>
        <p:nvSpPr>
          <p:cNvPr id="13316" name="Rectangle 2">
            <a:extLst>
              <a:ext uri="{FF2B5EF4-FFF2-40B4-BE49-F238E27FC236}">
                <a16:creationId xmlns:a16="http://schemas.microsoft.com/office/drawing/2014/main" id="{D5E51005-FC9C-FBFD-28B9-FC9952F1D16C}"/>
              </a:ext>
            </a:extLst>
          </p:cNvPr>
          <p:cNvSpPr>
            <a:spLocks noGrp="1" noChangeArrowheads="1"/>
          </p:cNvSpPr>
          <p:nvPr>
            <p:ph type="title"/>
          </p:nvPr>
        </p:nvSpPr>
        <p:spPr/>
        <p:txBody>
          <a:bodyPr/>
          <a:lstStyle/>
          <a:p>
            <a:pPr eaLnBrk="1" hangingPunct="1"/>
            <a:r>
              <a:rPr lang="tr-TR" altLang="en-US"/>
              <a:t>Classification</a:t>
            </a:r>
          </a:p>
        </p:txBody>
      </p:sp>
      <p:sp>
        <p:nvSpPr>
          <p:cNvPr id="13317" name="Rectangle 3">
            <a:extLst>
              <a:ext uri="{FF2B5EF4-FFF2-40B4-BE49-F238E27FC236}">
                <a16:creationId xmlns:a16="http://schemas.microsoft.com/office/drawing/2014/main" id="{7063D1E1-5D6B-1AFF-1BDC-7DD39AE0032B}"/>
              </a:ext>
            </a:extLst>
          </p:cNvPr>
          <p:cNvSpPr>
            <a:spLocks noGrp="1" noChangeArrowheads="1"/>
          </p:cNvSpPr>
          <p:nvPr>
            <p:ph type="body" sz="half" idx="4294967295"/>
          </p:nvPr>
        </p:nvSpPr>
        <p:spPr>
          <a:xfrm>
            <a:off x="468313" y="1844675"/>
            <a:ext cx="3322637" cy="3168650"/>
          </a:xfrm>
        </p:spPr>
        <p:txBody>
          <a:bodyPr/>
          <a:lstStyle/>
          <a:p>
            <a:pPr eaLnBrk="1" hangingPunct="1"/>
            <a:r>
              <a:rPr lang="tr-TR" altLang="en-US"/>
              <a:t>Example: Credit scoring</a:t>
            </a:r>
          </a:p>
          <a:p>
            <a:pPr eaLnBrk="1" hangingPunct="1"/>
            <a:r>
              <a:rPr lang="tr-TR" altLang="en-US"/>
              <a:t>Differentiating between </a:t>
            </a:r>
            <a:r>
              <a:rPr lang="tr-TR" altLang="en-US">
                <a:solidFill>
                  <a:srgbClr val="FF33CC"/>
                </a:solidFill>
              </a:rPr>
              <a:t>low-risk</a:t>
            </a:r>
            <a:r>
              <a:rPr lang="tr-TR" altLang="en-US"/>
              <a:t> and </a:t>
            </a:r>
            <a:r>
              <a:rPr lang="tr-TR" altLang="en-US">
                <a:solidFill>
                  <a:srgbClr val="FF0000"/>
                </a:solidFill>
              </a:rPr>
              <a:t>high-risk</a:t>
            </a:r>
            <a:r>
              <a:rPr lang="tr-TR" altLang="en-US"/>
              <a:t> customers from their </a:t>
            </a:r>
            <a:r>
              <a:rPr lang="tr-TR" altLang="en-US" i="1"/>
              <a:t>income</a:t>
            </a:r>
            <a:r>
              <a:rPr lang="tr-TR" altLang="en-US"/>
              <a:t> and </a:t>
            </a:r>
            <a:r>
              <a:rPr lang="tr-TR" altLang="en-US" i="1"/>
              <a:t>savings</a:t>
            </a:r>
          </a:p>
        </p:txBody>
      </p:sp>
      <p:sp>
        <p:nvSpPr>
          <p:cNvPr id="13318" name="Rectangle 10">
            <a:extLst>
              <a:ext uri="{FF2B5EF4-FFF2-40B4-BE49-F238E27FC236}">
                <a16:creationId xmlns:a16="http://schemas.microsoft.com/office/drawing/2014/main" id="{E55460FF-36E4-D392-EDA4-0F2F1A3ABE62}"/>
              </a:ext>
            </a:extLst>
          </p:cNvPr>
          <p:cNvSpPr>
            <a:spLocks noChangeArrowheads="1"/>
          </p:cNvSpPr>
          <p:nvPr/>
        </p:nvSpPr>
        <p:spPr bwMode="auto">
          <a:xfrm>
            <a:off x="971550" y="5157788"/>
            <a:ext cx="777716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lnSpc>
                <a:spcPct val="90000"/>
              </a:lnSpc>
              <a:spcBef>
                <a:spcPct val="20000"/>
              </a:spcBef>
              <a:buClr>
                <a:schemeClr val="bg2"/>
              </a:buClr>
              <a:buSzPct val="75000"/>
              <a:buFont typeface="Wingdings" pitchFamily="2" charset="2"/>
              <a:buNone/>
            </a:pPr>
            <a:r>
              <a:rPr lang="tr-TR" altLang="en-US" sz="2400">
                <a:solidFill>
                  <a:srgbClr val="3333FF"/>
                </a:solidFill>
                <a:latin typeface="Lucida Bright" panose="02040602050505020304" pitchFamily="18" charset="77"/>
              </a:rPr>
              <a:t>Discriminant:</a:t>
            </a:r>
            <a:r>
              <a:rPr lang="tr-TR" altLang="en-US" sz="2400">
                <a:latin typeface="Lucida Bright" panose="02040602050505020304" pitchFamily="18" charset="77"/>
              </a:rPr>
              <a:t> IF </a:t>
            </a:r>
            <a:r>
              <a:rPr lang="tr-TR" altLang="en-US" sz="2400" i="1">
                <a:latin typeface="Lucida Bright" panose="02040602050505020304" pitchFamily="18" charset="77"/>
              </a:rPr>
              <a:t>income</a:t>
            </a:r>
            <a:r>
              <a:rPr lang="tr-TR" altLang="en-US" sz="2400">
                <a:latin typeface="Lucida Bright" panose="02040602050505020304" pitchFamily="18" charset="77"/>
              </a:rPr>
              <a:t> &gt; θ</a:t>
            </a:r>
            <a:r>
              <a:rPr lang="tr-TR" altLang="en-US" sz="2400" baseline="-25000">
                <a:latin typeface="Lucida Bright" panose="02040602050505020304" pitchFamily="18" charset="77"/>
              </a:rPr>
              <a:t>1</a:t>
            </a:r>
            <a:r>
              <a:rPr lang="tr-TR" altLang="en-US" sz="2400">
                <a:latin typeface="Lucida Bright" panose="02040602050505020304" pitchFamily="18" charset="77"/>
              </a:rPr>
              <a:t> AND </a:t>
            </a:r>
            <a:r>
              <a:rPr lang="tr-TR" altLang="en-US" sz="2400" i="1">
                <a:latin typeface="Lucida Bright" panose="02040602050505020304" pitchFamily="18" charset="77"/>
              </a:rPr>
              <a:t>savings</a:t>
            </a:r>
            <a:r>
              <a:rPr lang="tr-TR" altLang="en-US" sz="2400">
                <a:latin typeface="Lucida Bright" panose="02040602050505020304" pitchFamily="18" charset="77"/>
              </a:rPr>
              <a:t> &gt; θ</a:t>
            </a:r>
            <a:r>
              <a:rPr lang="tr-TR" altLang="en-US" sz="2400" baseline="-25000">
                <a:latin typeface="Lucida Bright" panose="02040602050505020304" pitchFamily="18" charset="77"/>
              </a:rPr>
              <a:t>2</a:t>
            </a:r>
            <a:r>
              <a:rPr lang="tr-TR" altLang="en-US" sz="2400">
                <a:latin typeface="Lucida Bright" panose="02040602050505020304" pitchFamily="18" charset="77"/>
              </a:rPr>
              <a:t> </a:t>
            </a:r>
          </a:p>
          <a:p>
            <a:pPr eaLnBrk="1" hangingPunct="1">
              <a:lnSpc>
                <a:spcPct val="90000"/>
              </a:lnSpc>
              <a:spcBef>
                <a:spcPct val="20000"/>
              </a:spcBef>
              <a:buClr>
                <a:schemeClr val="bg2"/>
              </a:buClr>
              <a:buSzPct val="75000"/>
              <a:buFont typeface="Wingdings" pitchFamily="2" charset="2"/>
              <a:buNone/>
            </a:pPr>
            <a:r>
              <a:rPr lang="tr-TR" altLang="en-US" sz="2400">
                <a:latin typeface="Lucida Bright" panose="02040602050505020304" pitchFamily="18" charset="77"/>
              </a:rPr>
              <a:t>				THEN </a:t>
            </a:r>
            <a:r>
              <a:rPr lang="tr-TR" altLang="en-US" sz="2400">
                <a:solidFill>
                  <a:srgbClr val="FF33CC"/>
                </a:solidFill>
                <a:latin typeface="Lucida Bright" panose="02040602050505020304" pitchFamily="18" charset="77"/>
              </a:rPr>
              <a:t>low-risk </a:t>
            </a:r>
            <a:r>
              <a:rPr lang="tr-TR" altLang="en-US" sz="2400">
                <a:latin typeface="Lucida Bright" panose="02040602050505020304" pitchFamily="18" charset="77"/>
              </a:rPr>
              <a:t>ELSE </a:t>
            </a:r>
            <a:r>
              <a:rPr lang="tr-TR" altLang="en-US" sz="2400">
                <a:solidFill>
                  <a:srgbClr val="FF0000"/>
                </a:solidFill>
                <a:latin typeface="Lucida Bright" panose="02040602050505020304" pitchFamily="18" charset="77"/>
              </a:rPr>
              <a:t>high-risk</a:t>
            </a:r>
          </a:p>
        </p:txBody>
      </p:sp>
      <p:cxnSp>
        <p:nvCxnSpPr>
          <p:cNvPr id="8" name="Straight Connector 7">
            <a:extLst>
              <a:ext uri="{FF2B5EF4-FFF2-40B4-BE49-F238E27FC236}">
                <a16:creationId xmlns:a16="http://schemas.microsoft.com/office/drawing/2014/main" id="{00A76D89-0571-8BD4-80B3-83C2C8CE24E8}"/>
              </a:ext>
            </a:extLst>
          </p:cNvPr>
          <p:cNvCxnSpPr/>
          <p:nvPr/>
        </p:nvCxnSpPr>
        <p:spPr>
          <a:xfrm rot="10800000" flipV="1">
            <a:off x="1500188" y="5500688"/>
            <a:ext cx="928687" cy="785812"/>
          </a:xfrm>
          <a:prstGeom prst="line">
            <a:avLst/>
          </a:prstGeom>
        </p:spPr>
        <p:style>
          <a:lnRef idx="1">
            <a:schemeClr val="dk1"/>
          </a:lnRef>
          <a:fillRef idx="0">
            <a:schemeClr val="dk1"/>
          </a:fillRef>
          <a:effectRef idx="0">
            <a:schemeClr val="dk1"/>
          </a:effectRef>
          <a:fontRef idx="minor">
            <a:schemeClr val="tx1"/>
          </a:fontRef>
        </p:style>
      </p:cxnSp>
      <p:sp>
        <p:nvSpPr>
          <p:cNvPr id="13320" name="TextBox 10">
            <a:extLst>
              <a:ext uri="{FF2B5EF4-FFF2-40B4-BE49-F238E27FC236}">
                <a16:creationId xmlns:a16="http://schemas.microsoft.com/office/drawing/2014/main" id="{BFBE5167-B8E7-A076-D71C-B5102BE7C3CB}"/>
              </a:ext>
            </a:extLst>
          </p:cNvPr>
          <p:cNvSpPr txBox="1">
            <a:spLocks noChangeArrowheads="1"/>
          </p:cNvSpPr>
          <p:nvPr/>
        </p:nvSpPr>
        <p:spPr bwMode="auto">
          <a:xfrm>
            <a:off x="1000125" y="6286500"/>
            <a:ext cx="9223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en-US" altLang="en-US" sz="2000"/>
              <a:t>Model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766D9B77-2D23-9A9F-67AE-AEBB3125D6A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54019EAA-7334-AC43-A8D2-40A62EB0833F}" type="slidenum">
              <a:rPr lang="tr-TR" altLang="en-US" sz="1400"/>
              <a:pPr eaLnBrk="1" hangingPunct="1"/>
              <a:t>33</a:t>
            </a:fld>
            <a:endParaRPr lang="tr-TR" altLang="en-US" sz="1400"/>
          </a:p>
        </p:txBody>
      </p:sp>
      <p:sp>
        <p:nvSpPr>
          <p:cNvPr id="19459" name="Rectangle 2">
            <a:extLst>
              <a:ext uri="{FF2B5EF4-FFF2-40B4-BE49-F238E27FC236}">
                <a16:creationId xmlns:a16="http://schemas.microsoft.com/office/drawing/2014/main" id="{B0C48751-361A-43F7-C156-979C2D8FCCBA}"/>
              </a:ext>
            </a:extLst>
          </p:cNvPr>
          <p:cNvSpPr>
            <a:spLocks noGrp="1" noChangeArrowheads="1"/>
          </p:cNvSpPr>
          <p:nvPr>
            <p:ph type="title"/>
          </p:nvPr>
        </p:nvSpPr>
        <p:spPr>
          <a:xfrm>
            <a:off x="377666" y="427735"/>
            <a:ext cx="6797992" cy="369332"/>
          </a:xfrm>
        </p:spPr>
        <p:txBody>
          <a:bodyPr/>
          <a:lstStyle/>
          <a:p>
            <a:pPr eaLnBrk="1" hangingPunct="1"/>
            <a:r>
              <a:rPr lang="tr-TR" altLang="en-US" sz="2400" b="1" dirty="0" err="1"/>
              <a:t>Unsupervised</a:t>
            </a:r>
            <a:r>
              <a:rPr lang="tr-TR" altLang="en-US" sz="2400" b="1" dirty="0"/>
              <a:t> Learning</a:t>
            </a:r>
          </a:p>
        </p:txBody>
      </p:sp>
      <p:sp>
        <p:nvSpPr>
          <p:cNvPr id="19460" name="Rectangle 3">
            <a:extLst>
              <a:ext uri="{FF2B5EF4-FFF2-40B4-BE49-F238E27FC236}">
                <a16:creationId xmlns:a16="http://schemas.microsoft.com/office/drawing/2014/main" id="{35CB5F69-CA27-B65D-48F8-EBD18D19C6DF}"/>
              </a:ext>
            </a:extLst>
          </p:cNvPr>
          <p:cNvSpPr>
            <a:spLocks noGrp="1" noChangeArrowheads="1"/>
          </p:cNvSpPr>
          <p:nvPr>
            <p:ph type="body" idx="1"/>
          </p:nvPr>
        </p:nvSpPr>
        <p:spPr>
          <a:xfrm>
            <a:off x="611560" y="1556792"/>
            <a:ext cx="6797992" cy="4001095"/>
          </a:xfrm>
        </p:spPr>
        <p:txBody>
          <a:bodyPr/>
          <a:lstStyle/>
          <a:p>
            <a:pPr eaLnBrk="1" hangingPunct="1"/>
            <a:r>
              <a:rPr lang="tr-TR" altLang="en-US" sz="2000" dirty="0"/>
              <a:t>Learning “</a:t>
            </a:r>
            <a:r>
              <a:rPr lang="tr-TR" altLang="en-US" sz="2000" dirty="0" err="1"/>
              <a:t>what</a:t>
            </a:r>
            <a:r>
              <a:rPr lang="tr-TR" altLang="en-US" sz="2000" dirty="0"/>
              <a:t> </a:t>
            </a:r>
            <a:r>
              <a:rPr lang="tr-TR" altLang="en-US" sz="2000" dirty="0" err="1"/>
              <a:t>normally</a:t>
            </a:r>
            <a:r>
              <a:rPr lang="tr-TR" altLang="en-US" sz="2000" dirty="0"/>
              <a:t> </a:t>
            </a:r>
            <a:r>
              <a:rPr lang="tr-TR" altLang="en-US" sz="2000" dirty="0" err="1"/>
              <a:t>happens</a:t>
            </a:r>
            <a:r>
              <a:rPr lang="tr-TR" altLang="en-US" sz="2000" dirty="0"/>
              <a:t>”</a:t>
            </a:r>
          </a:p>
          <a:p>
            <a:pPr eaLnBrk="1" hangingPunct="1"/>
            <a:endParaRPr lang="tr-TR" altLang="en-US" sz="2000" dirty="0"/>
          </a:p>
          <a:p>
            <a:pPr marL="285750" indent="-285750" eaLnBrk="1" hangingPunct="1">
              <a:buFont typeface="Wingdings" pitchFamily="2" charset="2"/>
              <a:buChar char="§"/>
            </a:pPr>
            <a:r>
              <a:rPr lang="tr-TR" altLang="en-US" sz="2000" dirty="0"/>
              <a:t>No </a:t>
            </a:r>
            <a:r>
              <a:rPr lang="tr-TR" altLang="en-US" sz="2000" dirty="0" err="1"/>
              <a:t>output</a:t>
            </a:r>
            <a:r>
              <a:rPr lang="tr-TR" altLang="en-US" sz="2000" dirty="0"/>
              <a:t> </a:t>
            </a:r>
            <a:r>
              <a:rPr lang="tr-TR" altLang="en-US" sz="2000" dirty="0" err="1"/>
              <a:t>variables</a:t>
            </a:r>
            <a:r>
              <a:rPr lang="tr-TR" altLang="en-US" sz="2000" dirty="0"/>
              <a:t> </a:t>
            </a:r>
            <a:r>
              <a:rPr lang="tr-TR" altLang="en-US" sz="2000" dirty="0" err="1"/>
              <a:t>are</a:t>
            </a:r>
            <a:r>
              <a:rPr lang="tr-TR" altLang="en-US" sz="2000" dirty="0"/>
              <a:t> </a:t>
            </a:r>
            <a:r>
              <a:rPr lang="tr-TR" altLang="en-US" sz="2000" dirty="0" err="1"/>
              <a:t>available</a:t>
            </a:r>
            <a:endParaRPr lang="tr-TR" altLang="en-US" sz="2000" dirty="0"/>
          </a:p>
          <a:p>
            <a:pPr marL="285750" indent="-285750" eaLnBrk="1" hangingPunct="1">
              <a:buFont typeface="Wingdings" pitchFamily="2" charset="2"/>
              <a:buChar char="§"/>
            </a:pPr>
            <a:endParaRPr lang="tr-TR" altLang="en-US" sz="2000" dirty="0"/>
          </a:p>
          <a:p>
            <a:pPr marL="285750" indent="-285750" eaLnBrk="1" hangingPunct="1">
              <a:buFont typeface="Wingdings" pitchFamily="2" charset="2"/>
              <a:buChar char="§"/>
            </a:pPr>
            <a:r>
              <a:rPr lang="tr-TR" altLang="en-US" sz="2000" dirty="0" err="1"/>
              <a:t>The</a:t>
            </a:r>
            <a:r>
              <a:rPr lang="tr-TR" altLang="en-US" sz="2000" dirty="0"/>
              <a:t> </a:t>
            </a:r>
            <a:r>
              <a:rPr lang="tr-TR" altLang="en-US" sz="2000" dirty="0" err="1"/>
              <a:t>learning</a:t>
            </a:r>
            <a:r>
              <a:rPr lang="tr-TR" altLang="en-US" sz="2000" dirty="0"/>
              <a:t> </a:t>
            </a:r>
            <a:r>
              <a:rPr lang="tr-TR" altLang="en-US" sz="2000" dirty="0" err="1"/>
              <a:t>algorithm</a:t>
            </a:r>
            <a:r>
              <a:rPr lang="tr-TR" altLang="en-US" sz="2000" dirty="0"/>
              <a:t> is </a:t>
            </a:r>
            <a:r>
              <a:rPr lang="tr-TR" altLang="en-US" sz="2000" dirty="0" err="1"/>
              <a:t>just</a:t>
            </a:r>
            <a:r>
              <a:rPr lang="tr-TR" altLang="en-US" sz="2000" dirty="0"/>
              <a:t> </a:t>
            </a:r>
            <a:r>
              <a:rPr lang="tr-TR" altLang="en-US" sz="2000" dirty="0" err="1"/>
              <a:t>shown</a:t>
            </a:r>
            <a:r>
              <a:rPr lang="tr-TR" altLang="en-US" sz="2000" dirty="0"/>
              <a:t> </a:t>
            </a:r>
            <a:r>
              <a:rPr lang="tr-TR" altLang="en-US" sz="2000" dirty="0" err="1"/>
              <a:t>the</a:t>
            </a:r>
            <a:r>
              <a:rPr lang="tr-TR" altLang="en-US" sz="2000" dirty="0"/>
              <a:t> </a:t>
            </a:r>
            <a:r>
              <a:rPr lang="tr-TR" altLang="en-US" sz="2000" dirty="0" err="1"/>
              <a:t>input</a:t>
            </a:r>
            <a:r>
              <a:rPr lang="tr-TR" altLang="en-US" sz="2000" dirty="0"/>
              <a:t> data </a:t>
            </a:r>
            <a:r>
              <a:rPr lang="tr-TR" altLang="en-US" sz="2000" dirty="0" err="1"/>
              <a:t>and</a:t>
            </a:r>
            <a:r>
              <a:rPr lang="tr-TR" altLang="en-US" sz="2000" dirty="0"/>
              <a:t> </a:t>
            </a:r>
            <a:r>
              <a:rPr lang="tr-TR" altLang="en-US" sz="2000" dirty="0" err="1"/>
              <a:t>asked</a:t>
            </a:r>
            <a:r>
              <a:rPr lang="tr-TR" altLang="en-US" sz="2000" dirty="0"/>
              <a:t> </a:t>
            </a:r>
            <a:r>
              <a:rPr lang="tr-TR" altLang="en-US" sz="2000" dirty="0" err="1"/>
              <a:t>to</a:t>
            </a:r>
            <a:r>
              <a:rPr lang="tr-TR" altLang="en-US" sz="2000" dirty="0"/>
              <a:t> </a:t>
            </a:r>
            <a:r>
              <a:rPr lang="tr-TR" altLang="en-US" sz="2000" dirty="0" err="1"/>
              <a:t>extract</a:t>
            </a:r>
            <a:r>
              <a:rPr lang="tr-TR" altLang="en-US" sz="2000" dirty="0"/>
              <a:t> </a:t>
            </a:r>
            <a:r>
              <a:rPr lang="tr-TR" altLang="en-US" sz="2000" dirty="0" err="1"/>
              <a:t>knowledge</a:t>
            </a:r>
            <a:r>
              <a:rPr lang="tr-TR" altLang="en-US" sz="2000" dirty="0"/>
              <a:t> </a:t>
            </a:r>
            <a:r>
              <a:rPr lang="tr-TR" altLang="en-US" sz="2000" dirty="0" err="1"/>
              <a:t>from</a:t>
            </a:r>
            <a:r>
              <a:rPr lang="tr-TR" altLang="en-US" sz="2000" dirty="0"/>
              <a:t> </a:t>
            </a:r>
            <a:r>
              <a:rPr lang="tr-TR" altLang="en-US" sz="2000" dirty="0" err="1"/>
              <a:t>these</a:t>
            </a:r>
            <a:r>
              <a:rPr lang="tr-TR" altLang="en-US" sz="2000" dirty="0"/>
              <a:t> data.</a:t>
            </a:r>
          </a:p>
          <a:p>
            <a:pPr marL="285750" indent="-285750" eaLnBrk="1" hangingPunct="1">
              <a:buFont typeface="Wingdings" pitchFamily="2" charset="2"/>
              <a:buChar char="§"/>
            </a:pPr>
            <a:endParaRPr lang="tr-TR" altLang="en-US" sz="2000" dirty="0"/>
          </a:p>
          <a:p>
            <a:pPr marL="285750" indent="-285750" eaLnBrk="1" hangingPunct="1">
              <a:buFont typeface="Wingdings" pitchFamily="2" charset="2"/>
              <a:buChar char="§"/>
            </a:pPr>
            <a:r>
              <a:rPr lang="tr-TR" altLang="en-US" sz="2000" dirty="0"/>
              <a:t>Clustering: </a:t>
            </a:r>
            <a:r>
              <a:rPr lang="tr-TR" altLang="en-US" sz="2000" dirty="0" err="1"/>
              <a:t>Grouping</a:t>
            </a:r>
            <a:r>
              <a:rPr lang="tr-TR" altLang="en-US" sz="2000" dirty="0"/>
              <a:t> </a:t>
            </a:r>
            <a:r>
              <a:rPr lang="tr-TR" altLang="en-US" sz="2000" dirty="0" err="1"/>
              <a:t>similar</a:t>
            </a:r>
            <a:r>
              <a:rPr lang="tr-TR" altLang="en-US" sz="2000" dirty="0"/>
              <a:t> </a:t>
            </a:r>
            <a:r>
              <a:rPr lang="tr-TR" altLang="en-US" sz="2000" dirty="0" err="1"/>
              <a:t>instances</a:t>
            </a:r>
            <a:endParaRPr lang="en-US" altLang="en-US" sz="2000" dirty="0"/>
          </a:p>
          <a:p>
            <a:pPr marL="285750" indent="-285750" eaLnBrk="1" hangingPunct="1">
              <a:buFont typeface="Wingdings" pitchFamily="2" charset="2"/>
              <a:buChar char="§"/>
            </a:pPr>
            <a:r>
              <a:rPr lang="en-US" altLang="en-US" sz="2000" dirty="0"/>
              <a:t>Other applications: Summarization, Association Analysis</a:t>
            </a:r>
            <a:endParaRPr lang="tr-TR" altLang="en-US" sz="2000" dirty="0"/>
          </a:p>
          <a:p>
            <a:pPr marL="285750" indent="-285750" eaLnBrk="1" hangingPunct="1">
              <a:buFont typeface="Wingdings" pitchFamily="2" charset="2"/>
              <a:buChar char="§"/>
            </a:pPr>
            <a:r>
              <a:rPr lang="tr-TR" altLang="en-US" sz="2000" dirty="0" err="1"/>
              <a:t>Example</a:t>
            </a:r>
            <a:r>
              <a:rPr lang="tr-TR" altLang="en-US" sz="2000" dirty="0"/>
              <a:t> </a:t>
            </a:r>
            <a:r>
              <a:rPr lang="tr-TR" altLang="en-US" sz="2000" dirty="0" err="1"/>
              <a:t>applications</a:t>
            </a:r>
            <a:endParaRPr lang="tr-TR" altLang="en-US" sz="2000" dirty="0"/>
          </a:p>
          <a:p>
            <a:pPr marL="800100" lvl="1" indent="-342900" eaLnBrk="1" hangingPunct="1">
              <a:buFont typeface="Wingdings" pitchFamily="2" charset="2"/>
              <a:buChar char="§"/>
            </a:pPr>
            <a:r>
              <a:rPr lang="tr-TR" altLang="en-US" sz="2000" dirty="0" err="1"/>
              <a:t>Customer</a:t>
            </a:r>
            <a:r>
              <a:rPr lang="tr-TR" altLang="en-US" sz="2000" dirty="0"/>
              <a:t> </a:t>
            </a:r>
            <a:r>
              <a:rPr lang="tr-TR" altLang="en-US" sz="2000" dirty="0" err="1"/>
              <a:t>segmentation</a:t>
            </a:r>
            <a:r>
              <a:rPr lang="tr-TR" altLang="en-US" sz="2000" dirty="0"/>
              <a:t> in CRM</a:t>
            </a:r>
          </a:p>
          <a:p>
            <a:pPr marL="800100" lvl="1" indent="-342900" eaLnBrk="1" hangingPunct="1">
              <a:buFont typeface="Wingdings" pitchFamily="2" charset="2"/>
              <a:buChar char="§"/>
            </a:pPr>
            <a:r>
              <a:rPr lang="tr-TR" altLang="en-US" sz="2000" dirty="0"/>
              <a:t>Image </a:t>
            </a:r>
            <a:r>
              <a:rPr lang="tr-TR" altLang="en-US" sz="2000" dirty="0" err="1"/>
              <a:t>compression</a:t>
            </a:r>
            <a:r>
              <a:rPr lang="tr-TR" altLang="en-US" sz="2000" dirty="0"/>
              <a:t>: </a:t>
            </a:r>
            <a:r>
              <a:rPr lang="tr-TR" altLang="en-US" sz="2000" dirty="0" err="1"/>
              <a:t>Color</a:t>
            </a:r>
            <a:r>
              <a:rPr lang="tr-TR" altLang="en-US" sz="2000" dirty="0"/>
              <a:t> </a:t>
            </a:r>
            <a:r>
              <a:rPr lang="tr-TR" altLang="en-US" sz="2000" dirty="0" err="1"/>
              <a:t>quantization</a:t>
            </a:r>
            <a:endParaRPr lang="tr-TR" altLang="en-US" sz="2000" dirty="0"/>
          </a:p>
          <a:p>
            <a:pPr marL="800100" lvl="1" indent="-342900" eaLnBrk="1" hangingPunct="1">
              <a:buFont typeface="Wingdings" pitchFamily="2" charset="2"/>
              <a:buChar char="§"/>
            </a:pPr>
            <a:r>
              <a:rPr lang="tr-TR" altLang="en-US" sz="2000" dirty="0" err="1"/>
              <a:t>Bioinformatics</a:t>
            </a:r>
            <a:r>
              <a:rPr lang="tr-TR" altLang="en-US" sz="2000" dirty="0"/>
              <a:t>: Learning </a:t>
            </a:r>
            <a:r>
              <a:rPr lang="tr-TR" altLang="en-US" sz="2000" dirty="0" err="1"/>
              <a:t>motifs</a:t>
            </a:r>
            <a:endParaRPr lang="tr-TR" altLang="en-US" sz="2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76310" y="129609"/>
            <a:ext cx="53418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44667"/>
            <a:ext cx="6384456"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05" dirty="0">
                <a:solidFill>
                  <a:srgbClr val="000000"/>
                </a:solidFill>
                <a:latin typeface="DJCJHN+Cmmi10"/>
                <a:cs typeface="DJCJHN+Cmmi10"/>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2094" dirty="0">
                <a:solidFill>
                  <a:srgbClr val="000000"/>
                </a:solidFill>
                <a:latin typeface="DJCJHN+Cmmi10"/>
                <a:cs typeface="DJCJHN+Cmmi10"/>
              </a:rPr>
              <a:t> </a:t>
            </a:r>
            <a:r>
              <a:rPr sz="3200" dirty="0">
                <a:solidFill>
                  <a:srgbClr val="000000"/>
                </a:solidFill>
                <a:latin typeface="LIJFOD+Calibri"/>
                <a:cs typeface="LIJFOD+Calibri"/>
              </a:rPr>
              <a:t></a:t>
            </a:r>
          </a:p>
        </p:txBody>
      </p:sp>
      <p:sp>
        <p:nvSpPr>
          <p:cNvPr id="5" name="object 5"/>
          <p:cNvSpPr txBox="1"/>
          <p:nvPr/>
        </p:nvSpPr>
        <p:spPr>
          <a:xfrm>
            <a:off x="2162619" y="1366582"/>
            <a:ext cx="851135"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r>
              <a:rPr sz="2100" spc="2848" dirty="0">
                <a:solidFill>
                  <a:srgbClr val="000000"/>
                </a:solidFill>
                <a:latin typeface="Times New Roman"/>
                <a:cs typeface="Times New Roman"/>
              </a:rPr>
              <a:t> </a:t>
            </a:r>
            <a:r>
              <a:rPr sz="2100" dirty="0">
                <a:solidFill>
                  <a:srgbClr val="000000"/>
                </a:solidFill>
                <a:latin typeface="LIJFOD+Calibri"/>
                <a:cs typeface="LIJFOD+Calibri"/>
              </a:rPr>
              <a:t></a:t>
            </a:r>
          </a:p>
        </p:txBody>
      </p:sp>
      <p:sp>
        <p:nvSpPr>
          <p:cNvPr id="6" name="object 6"/>
          <p:cNvSpPr txBox="1"/>
          <p:nvPr/>
        </p:nvSpPr>
        <p:spPr>
          <a:xfrm>
            <a:off x="3792982" y="1366582"/>
            <a:ext cx="292521"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LIJFOD+Calibri"/>
                <a:cs typeface="LIJFOD+Calibri"/>
              </a:rPr>
              <a:t></a:t>
            </a:r>
          </a:p>
        </p:txBody>
      </p:sp>
      <p:sp>
        <p:nvSpPr>
          <p:cNvPr id="7" name="object 7"/>
          <p:cNvSpPr txBox="1"/>
          <p:nvPr/>
        </p:nvSpPr>
        <p:spPr>
          <a:xfrm>
            <a:off x="548640" y="1728867"/>
            <a:ext cx="6972958"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dirty="0">
                <a:solidFill>
                  <a:srgbClr val="000000"/>
                </a:solidFill>
                <a:latin typeface="DJCJHN+Cmmi10"/>
                <a:cs typeface="DJCJHN+Cmmi10"/>
              </a:rPr>
              <a:t>x</a:t>
            </a:r>
            <a:r>
              <a:rPr sz="3200" spc="-193" dirty="0">
                <a:solidFill>
                  <a:srgbClr val="000000"/>
                </a:solidFill>
                <a:latin typeface="LIJFOD+Calibri"/>
                <a:cs typeface="LIJFOD+Calibri"/>
              </a:rPr>
              <a:t>မ</a:t>
            </a:r>
          </a:p>
        </p:txBody>
      </p:sp>
      <p:sp>
        <p:nvSpPr>
          <p:cNvPr id="8" name="object 8"/>
          <p:cNvSpPr txBox="1"/>
          <p:nvPr/>
        </p:nvSpPr>
        <p:spPr>
          <a:xfrm>
            <a:off x="1005839" y="2310636"/>
            <a:ext cx="2538218"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76310" y="129609"/>
            <a:ext cx="53418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078736"/>
            <a:ext cx="8192814" cy="472181"/>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r>
              <a:rPr sz="2400" dirty="0">
                <a:solidFill>
                  <a:srgbClr val="000000"/>
                </a:solidFill>
                <a:latin typeface="LIJFOD+Calibri"/>
                <a:cs typeface="LIJFOD+Calibri"/>
              </a:rPr>
              <a:t></a:t>
            </a:r>
          </a:p>
        </p:txBody>
      </p:sp>
      <p:sp>
        <p:nvSpPr>
          <p:cNvPr id="5" name="object 5"/>
          <p:cNvSpPr txBox="1"/>
          <p:nvPr/>
        </p:nvSpPr>
        <p:spPr>
          <a:xfrm>
            <a:off x="3280728" y="6314583"/>
            <a:ext cx="1151408"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6" name="object 6"/>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7" name="object 7"/>
          <p:cNvSpPr txBox="1"/>
          <p:nvPr/>
        </p:nvSpPr>
        <p:spPr>
          <a:xfrm>
            <a:off x="-635" y="6529641"/>
            <a:ext cx="1865374"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76310" y="129609"/>
            <a:ext cx="53418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917003" y="3305574"/>
            <a:ext cx="2795364"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5" name="object 5"/>
          <p:cNvSpPr txBox="1"/>
          <p:nvPr/>
        </p:nvSpPr>
        <p:spPr>
          <a:xfrm>
            <a:off x="5721380" y="3295159"/>
            <a:ext cx="2296752"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6" name="object 6"/>
          <p:cNvSpPr txBox="1"/>
          <p:nvPr/>
        </p:nvSpPr>
        <p:spPr>
          <a:xfrm>
            <a:off x="5111677" y="6069405"/>
            <a:ext cx="2942000" cy="146620"/>
          </a:xfrm>
          <a:prstGeom prst="rect">
            <a:avLst/>
          </a:prstGeom>
        </p:spPr>
        <p:txBody>
          <a:bodyPr vert="horz" wrap="square" lIns="0" tIns="0" rIns="0" bIns="0" rtlCol="0">
            <a:spAutoFit/>
          </a:bodyPr>
          <a:lstStyle/>
          <a:p>
            <a:pPr marL="0" marR="0">
              <a:lnSpc>
                <a:spcPts val="854"/>
              </a:lnSpc>
              <a:spcBef>
                <a:spcPts val="0"/>
              </a:spcBef>
              <a:spcAft>
                <a:spcPts val="0"/>
              </a:spcAft>
            </a:pPr>
            <a:r>
              <a:rPr sz="700" dirty="0">
                <a:solidFill>
                  <a:srgbClr val="000000"/>
                </a:solidFill>
                <a:highlight>
                  <a:srgbClr val="FFFEFE"/>
                </a:highlight>
                <a:latin typeface="LIJFOD+Calibri"/>
                <a:cs typeface="LIJFOD+Calibri"/>
              </a:rPr>
              <a:t></a:t>
            </a:r>
            <a:r>
              <a:rPr sz="700" spc="-11" dirty="0">
                <a:solidFill>
                  <a:srgbClr val="000000"/>
                </a:solidFill>
                <a:highlight>
                  <a:srgbClr val="FFFEFE"/>
                </a:highlight>
                <a:latin typeface="Times New Roman"/>
                <a:cs typeface="Times New Roman"/>
              </a:rPr>
              <a:t> </a:t>
            </a:r>
            <a:r>
              <a:rPr sz="700" dirty="0">
                <a:solidFill>
                  <a:srgbClr val="000000"/>
                </a:solidFill>
                <a:highlight>
                  <a:srgbClr val="FFFEFE"/>
                </a:highlight>
                <a:latin typeface="LIJFOD+Calibri"/>
                <a:cs typeface="LIJFOD+Calibri"/>
              </a:rPr>
              <a:t></a:t>
            </a:r>
            <a:r>
              <a:rPr sz="700" dirty="0">
                <a:solidFill>
                  <a:srgbClr val="000000"/>
                </a:solidFill>
                <a:latin typeface="LIJFOD+Calibri"/>
                <a:cs typeface="LIJFOD+Calibri"/>
              </a:rPr>
              <a:t></a:t>
            </a:r>
          </a:p>
        </p:txBody>
      </p:sp>
      <p:sp>
        <p:nvSpPr>
          <p:cNvPr id="7" name="object 7"/>
          <p:cNvSpPr txBox="1"/>
          <p:nvPr/>
        </p:nvSpPr>
        <p:spPr>
          <a:xfrm>
            <a:off x="5567648" y="6276484"/>
            <a:ext cx="2630611"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98989"/>
                </a:solidFill>
                <a:latin typeface="LIJFOD+Calibri"/>
                <a:cs typeface="LIJFOD+Calibri"/>
              </a:rPr>
              <a:t></a:t>
            </a:r>
          </a:p>
        </p:txBody>
      </p:sp>
      <p:sp>
        <p:nvSpPr>
          <p:cNvPr id="9" name="object 9"/>
          <p:cNvSpPr txBox="1"/>
          <p:nvPr/>
        </p:nvSpPr>
        <p:spPr>
          <a:xfrm>
            <a:off x="91440" y="6590718"/>
            <a:ext cx="1850876"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76310" y="129609"/>
            <a:ext cx="53418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57367"/>
            <a:ext cx="8191035"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ဓ</a:t>
            </a:r>
            <a:r>
              <a:rPr sz="3200" spc="-68" dirty="0">
                <a:solidFill>
                  <a:srgbClr val="000000"/>
                </a:solidFill>
                <a:latin typeface="Times New Roman"/>
                <a:cs typeface="Times New Roman"/>
              </a:rPr>
              <a:t> </a:t>
            </a:r>
            <a:r>
              <a:rPr sz="3200" spc="-12" dirty="0">
                <a:solidFill>
                  <a:srgbClr val="000000"/>
                </a:solidFill>
                <a:latin typeface="LIJFOD+Calibri"/>
                <a:cs typeface="LIJFOD+Calibri"/>
              </a:rPr>
              <a:t></a:t>
            </a:r>
          </a:p>
        </p:txBody>
      </p:sp>
      <p:sp>
        <p:nvSpPr>
          <p:cNvPr id="5" name="object 5"/>
          <p:cNvSpPr txBox="1"/>
          <p:nvPr/>
        </p:nvSpPr>
        <p:spPr>
          <a:xfrm>
            <a:off x="891539" y="1639967"/>
            <a:ext cx="6745883"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6" name="object 6"/>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7" name="object 7"/>
          <p:cNvSpPr txBox="1"/>
          <p:nvPr/>
        </p:nvSpPr>
        <p:spPr>
          <a:xfrm>
            <a:off x="91440" y="6590718"/>
            <a:ext cx="6782260"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sz="1400" spc="271" dirty="0">
                <a:solidFill>
                  <a:srgbClr val="000000"/>
                </a:solidFill>
                <a:latin typeface="Times New Roman"/>
                <a:cs typeface="Times New Roman"/>
              </a:rPr>
              <a:t> </a:t>
            </a:r>
            <a:r>
              <a:rPr sz="1400" dirty="0">
                <a:solidFill>
                  <a:srgbClr val="000000"/>
                </a:solidFill>
                <a:latin typeface="LIJFOD+Calibri"/>
                <a:cs typeface="LIJFOD+Calibri"/>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976310" y="129609"/>
            <a:ext cx="53418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57367"/>
            <a:ext cx="8191035"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ဓ</a:t>
            </a:r>
            <a:r>
              <a:rPr sz="3200" spc="-68" dirty="0">
                <a:solidFill>
                  <a:srgbClr val="000000"/>
                </a:solidFill>
                <a:latin typeface="Times New Roman"/>
                <a:cs typeface="Times New Roman"/>
              </a:rPr>
              <a:t> </a:t>
            </a:r>
            <a:r>
              <a:rPr sz="3200" spc="-12" dirty="0">
                <a:solidFill>
                  <a:srgbClr val="000000"/>
                </a:solidFill>
                <a:latin typeface="LIJFOD+Calibri"/>
                <a:cs typeface="LIJFOD+Calibri"/>
              </a:rPr>
              <a:t></a:t>
            </a:r>
          </a:p>
        </p:txBody>
      </p:sp>
      <p:sp>
        <p:nvSpPr>
          <p:cNvPr id="5" name="object 5"/>
          <p:cNvSpPr txBox="1"/>
          <p:nvPr/>
        </p:nvSpPr>
        <p:spPr>
          <a:xfrm>
            <a:off x="891539" y="1639967"/>
            <a:ext cx="6745883"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LIJFOD+Calibri"/>
                <a:cs typeface="LIJFOD+Calibri"/>
              </a:rPr>
              <a:t></a:t>
            </a:r>
          </a:p>
        </p:txBody>
      </p:sp>
      <p:sp>
        <p:nvSpPr>
          <p:cNvPr id="6" name="object 6"/>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7" name="object 7"/>
          <p:cNvSpPr txBox="1"/>
          <p:nvPr/>
        </p:nvSpPr>
        <p:spPr>
          <a:xfrm>
            <a:off x="91440" y="6590718"/>
            <a:ext cx="6782260"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r>
              <a:rPr sz="1400" spc="271" dirty="0">
                <a:solidFill>
                  <a:srgbClr val="000000"/>
                </a:solidFill>
                <a:latin typeface="Times New Roman"/>
                <a:cs typeface="Times New Roman"/>
              </a:rPr>
              <a:t> </a:t>
            </a:r>
            <a:r>
              <a:rPr sz="1400" dirty="0">
                <a:solidFill>
                  <a:srgbClr val="000000"/>
                </a:solidFill>
                <a:latin typeface="LIJFOD+Calibri"/>
                <a:cs typeface="LIJFOD+Calibri"/>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31C3-150F-A957-B2AA-84026E9EFD33}"/>
              </a:ext>
            </a:extLst>
          </p:cNvPr>
          <p:cNvSpPr>
            <a:spLocks noGrp="1"/>
          </p:cNvSpPr>
          <p:nvPr>
            <p:ph type="title"/>
          </p:nvPr>
        </p:nvSpPr>
        <p:spPr>
          <a:xfrm>
            <a:off x="377666" y="427735"/>
            <a:ext cx="6797992" cy="369332"/>
          </a:xfrm>
        </p:spPr>
        <p:txBody>
          <a:bodyPr/>
          <a:lstStyle/>
          <a:p>
            <a:r>
              <a:rPr lang="en-US" sz="2400" b="1" dirty="0"/>
              <a:t>Reinforcement Learning </a:t>
            </a:r>
          </a:p>
        </p:txBody>
      </p:sp>
      <p:sp>
        <p:nvSpPr>
          <p:cNvPr id="3" name="Content Placeholder 2">
            <a:extLst>
              <a:ext uri="{FF2B5EF4-FFF2-40B4-BE49-F238E27FC236}">
                <a16:creationId xmlns:a16="http://schemas.microsoft.com/office/drawing/2014/main" id="{D3BE8EBE-7690-EFAC-DC90-F3129E394AA6}"/>
              </a:ext>
            </a:extLst>
          </p:cNvPr>
          <p:cNvSpPr>
            <a:spLocks noGrp="1"/>
          </p:cNvSpPr>
          <p:nvPr>
            <p:ph idx="1"/>
          </p:nvPr>
        </p:nvSpPr>
        <p:spPr>
          <a:xfrm>
            <a:off x="344554" y="1166820"/>
            <a:ext cx="7827846" cy="4308872"/>
          </a:xfrm>
        </p:spPr>
        <p:txBody>
          <a:bodyPr/>
          <a:lstStyle/>
          <a:p>
            <a:r>
              <a:rPr lang="en-US" sz="2000" dirty="0"/>
              <a:t>Reinforcement learning (RL) is a framework in which an agent learns by interacting with an environment and receiving feedback in the form of rewards or penalties. Unlike supervised learning — where the model learns from labeled examples of correct answers — the RL agent has no teacher telling it what the right action is. It simply tries things, observes what happens, and gradually adjusts its behavior to maximize cumulative reward over time.</a:t>
            </a:r>
          </a:p>
          <a:p>
            <a:endParaRPr lang="en-US" sz="2000" dirty="0"/>
          </a:p>
          <a:p>
            <a:r>
              <a:rPr lang="en-US" sz="2000" dirty="0"/>
              <a:t>The core components are an </a:t>
            </a:r>
            <a:r>
              <a:rPr lang="en-US" sz="2000" b="1" dirty="0"/>
              <a:t>agent</a:t>
            </a:r>
            <a:r>
              <a:rPr lang="en-US" sz="2000" dirty="0"/>
              <a:t> (the learner), an </a:t>
            </a:r>
            <a:r>
              <a:rPr lang="en-US" sz="2000" b="1" dirty="0"/>
              <a:t>environment</a:t>
            </a:r>
            <a:r>
              <a:rPr lang="en-US" sz="2000" dirty="0"/>
              <a:t> (everything the agent interacts with), a </a:t>
            </a:r>
            <a:r>
              <a:rPr lang="en-US" sz="2000" b="1" dirty="0"/>
              <a:t>state</a:t>
            </a:r>
            <a:r>
              <a:rPr lang="en-US" sz="2000" dirty="0"/>
              <a:t> (the agent's current situation), an </a:t>
            </a:r>
            <a:r>
              <a:rPr lang="en-US" sz="2000" b="1" dirty="0"/>
              <a:t>action</a:t>
            </a:r>
            <a:r>
              <a:rPr lang="en-US" sz="2000" dirty="0"/>
              <a:t> (what the agent can do), and a </a:t>
            </a:r>
            <a:r>
              <a:rPr lang="en-US" sz="2000" b="1" dirty="0"/>
              <a:t>reward signal</a:t>
            </a:r>
            <a:r>
              <a:rPr lang="en-US" sz="2000" dirty="0"/>
              <a:t> (numerical feedback after each action). The agent's goal is to learn a </a:t>
            </a:r>
            <a:r>
              <a:rPr lang="en-US" sz="2000" b="1" dirty="0"/>
              <a:t>policy</a:t>
            </a:r>
            <a:r>
              <a:rPr lang="en-US" sz="2000" dirty="0"/>
              <a:t> — a mapping from states to actions — that maximizes expected total reward across a sequence of decisions.</a:t>
            </a:r>
          </a:p>
        </p:txBody>
      </p:sp>
    </p:spTree>
    <p:extLst>
      <p:ext uri="{BB962C8B-B14F-4D97-AF65-F5344CB8AC3E}">
        <p14:creationId xmlns:p14="http://schemas.microsoft.com/office/powerpoint/2010/main" val="9047940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857279" y="129609"/>
            <a:ext cx="561543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2" dirty="0">
                <a:solidFill>
                  <a:srgbClr val="000000"/>
                </a:solidFill>
                <a:latin typeface="LIJFOD+Calibri"/>
                <a:cs typeface="LIJFOD+Calibri"/>
              </a:rPr>
              <a:t></a:t>
            </a:r>
          </a:p>
        </p:txBody>
      </p:sp>
      <p:sp>
        <p:nvSpPr>
          <p:cNvPr id="4" name="object 4"/>
          <p:cNvSpPr txBox="1"/>
          <p:nvPr/>
        </p:nvSpPr>
        <p:spPr>
          <a:xfrm>
            <a:off x="548640" y="1157367"/>
            <a:ext cx="7711215"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r>
              <a:rPr sz="3200" spc="-63" dirty="0">
                <a:solidFill>
                  <a:srgbClr val="000000"/>
                </a:solidFill>
                <a:latin typeface="Times New Roman"/>
                <a:cs typeface="Times New Roman"/>
              </a:rPr>
              <a:t> </a:t>
            </a:r>
            <a:r>
              <a:rPr sz="3200" dirty="0">
                <a:solidFill>
                  <a:srgbClr val="000000"/>
                </a:solidFill>
                <a:latin typeface="LIJFOD+Calibri"/>
                <a:cs typeface="LIJFOD+Calibri"/>
              </a:rPr>
              <a:t></a:t>
            </a:r>
            <a:r>
              <a:rPr sz="3200" spc="-79" dirty="0">
                <a:solidFill>
                  <a:srgbClr val="000000"/>
                </a:solidFill>
                <a:latin typeface="Times New Roman"/>
                <a:cs typeface="Times New Roman"/>
              </a:rPr>
              <a:t> </a:t>
            </a:r>
            <a:r>
              <a:rPr sz="3200" spc="-16" dirty="0">
                <a:solidFill>
                  <a:srgbClr val="000000"/>
                </a:solidFill>
                <a:latin typeface="LIJFOD+Calibri"/>
                <a:cs typeface="LIJFOD+Calibri"/>
              </a:rPr>
              <a:t></a:t>
            </a:r>
            <a:r>
              <a:rPr sz="3200" spc="-58" dirty="0">
                <a:solidFill>
                  <a:srgbClr val="000000"/>
                </a:solidFill>
                <a:latin typeface="Times New Roman"/>
                <a:cs typeface="Times New Roman"/>
              </a:rPr>
              <a:t> </a:t>
            </a:r>
            <a:r>
              <a:rPr sz="3200" dirty="0">
                <a:solidFill>
                  <a:srgbClr val="000000"/>
                </a:solidFill>
                <a:latin typeface="LIJFOD+Calibri"/>
                <a:cs typeface="LIJFOD+Calibri"/>
              </a:rPr>
              <a:t></a:t>
            </a:r>
            <a:r>
              <a:rPr sz="3200" spc="-75" dirty="0">
                <a:solidFill>
                  <a:srgbClr val="000000"/>
                </a:solidFill>
                <a:latin typeface="Times New Roman"/>
                <a:cs typeface="Times New Roman"/>
              </a:rPr>
              <a:t> </a:t>
            </a:r>
            <a:r>
              <a:rPr sz="3200" dirty="0">
                <a:solidFill>
                  <a:srgbClr val="000000"/>
                </a:solidFill>
                <a:latin typeface="LIJFOD+Calibri"/>
                <a:cs typeface="LIJFOD+Calibri"/>
              </a:rPr>
              <a:t></a:t>
            </a:r>
            <a:r>
              <a:rPr sz="3200" spc="-77"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5" name="object 5"/>
          <p:cNvSpPr txBox="1"/>
          <p:nvPr/>
        </p:nvSpPr>
        <p:spPr>
          <a:xfrm>
            <a:off x="548640" y="1639967"/>
            <a:ext cx="7555803" cy="2058193"/>
          </a:xfrm>
          <a:prstGeom prst="rect">
            <a:avLst/>
          </a:prstGeom>
        </p:spPr>
        <p:txBody>
          <a:bodyPr vert="horz" wrap="square" lIns="0" tIns="0" rIns="0" bIns="0" rtlCol="0">
            <a:spAutoFit/>
          </a:bodyPr>
          <a:lstStyle/>
          <a:p>
            <a:pPr marL="342899" marR="0">
              <a:lnSpc>
                <a:spcPts val="3906"/>
              </a:lnSpc>
              <a:spcBef>
                <a:spcPts val="0"/>
              </a:spcBef>
              <a:spcAft>
                <a:spcPts val="0"/>
              </a:spcAft>
            </a:pPr>
            <a:r>
              <a:rPr sz="3200" dirty="0">
                <a:solidFill>
                  <a:srgbClr val="000000"/>
                </a:solidFill>
                <a:latin typeface="LIJFOD+Calibri"/>
                <a:cs typeface="LIJFOD+Calibri"/>
              </a:rPr>
              <a:t></a:t>
            </a:r>
            <a:r>
              <a:rPr sz="3200" spc="-65" dirty="0">
                <a:solidFill>
                  <a:srgbClr val="000000"/>
                </a:solidFill>
                <a:latin typeface="Times New Roman"/>
                <a:cs typeface="Times New Roman"/>
              </a:rPr>
              <a:t> </a:t>
            </a:r>
            <a:r>
              <a:rPr sz="3200" dirty="0">
                <a:solidFill>
                  <a:srgbClr val="000000"/>
                </a:solidFill>
                <a:latin typeface="LIJFOD+Calibri"/>
                <a:cs typeface="LIJFOD+Calibri"/>
              </a:rPr>
              <a:t></a:t>
            </a:r>
          </a:p>
          <a:p>
            <a:pPr marL="457199" marR="0">
              <a:lnSpc>
                <a:spcPts val="3417"/>
              </a:lnSpc>
              <a:spcBef>
                <a:spcPts val="674"/>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spc="-12" dirty="0">
                <a:solidFill>
                  <a:srgbClr val="000000"/>
                </a:solidFill>
                <a:latin typeface="LIJFOD+Calibri"/>
                <a:cs typeface="LIJFOD+Calibri"/>
              </a:rPr>
              <a:t></a:t>
            </a:r>
            <a:r>
              <a:rPr sz="2800" spc="-57" dirty="0">
                <a:solidFill>
                  <a:srgbClr val="000000"/>
                </a:solidFill>
                <a:latin typeface="Times New Roman"/>
                <a:cs typeface="Times New Roman"/>
              </a:rPr>
              <a:t> </a:t>
            </a:r>
            <a:r>
              <a:rPr sz="2800" dirty="0">
                <a:solidFill>
                  <a:srgbClr val="000000"/>
                </a:solidFill>
                <a:latin typeface="LIJFOD+Calibri"/>
                <a:cs typeface="LIJFOD+Calibri"/>
              </a:rPr>
              <a:t></a:t>
            </a:r>
            <a:r>
              <a:rPr sz="2800" spc="-74" dirty="0">
                <a:solidFill>
                  <a:srgbClr val="000000"/>
                </a:solidFill>
                <a:latin typeface="Times New Roman"/>
                <a:cs typeface="Times New Roman"/>
              </a:rPr>
              <a:t> </a:t>
            </a:r>
            <a:r>
              <a:rPr sz="2800" spc="-17" dirty="0">
                <a:solidFill>
                  <a:srgbClr val="000000"/>
                </a:solidFill>
                <a:latin typeface="LIJFOD+Calibri"/>
                <a:cs typeface="LIJFOD+Calibri"/>
              </a:rPr>
              <a:t></a:t>
            </a:r>
            <a:r>
              <a:rPr sz="2800" spc="-45" dirty="0">
                <a:solidFill>
                  <a:srgbClr val="000000"/>
                </a:solidFill>
                <a:latin typeface="Times New Roman"/>
                <a:cs typeface="Times New Roman"/>
              </a:rPr>
              <a:t> </a:t>
            </a:r>
            <a:r>
              <a:rPr sz="2800" spc="-24" dirty="0">
                <a:solidFill>
                  <a:srgbClr val="000000"/>
                </a:solidFill>
                <a:latin typeface="LIJFOD+Calibri"/>
                <a:cs typeface="LIJFOD+Calibri"/>
              </a:rPr>
              <a:t></a:t>
            </a:r>
            <a:r>
              <a:rPr sz="2800" spc="-34" dirty="0">
                <a:solidFill>
                  <a:srgbClr val="000000"/>
                </a:solidFill>
                <a:latin typeface="Times New Roman"/>
                <a:cs typeface="Times New Roman"/>
              </a:rPr>
              <a:t> </a:t>
            </a:r>
            <a:r>
              <a:rPr sz="2800" dirty="0">
                <a:solidFill>
                  <a:srgbClr val="000000"/>
                </a:solidFill>
                <a:latin typeface="PPICCW+Wingdings-Regular"/>
                <a:cs typeface="PPICCW+Wingdings-Regular"/>
              </a:rPr>
              <a:t></a:t>
            </a:r>
            <a:r>
              <a:rPr sz="2800" spc="-68" dirty="0">
                <a:solidFill>
                  <a:srgbClr val="000000"/>
                </a:solidFill>
                <a:latin typeface="Times New Roman"/>
                <a:cs typeface="Times New Roman"/>
              </a:rPr>
              <a:t> </a:t>
            </a:r>
            <a:r>
              <a:rPr sz="2800" dirty="0">
                <a:solidFill>
                  <a:srgbClr val="000000"/>
                </a:solidFill>
                <a:latin typeface="LIJFOD+Calibri"/>
                <a:cs typeface="LIJFOD+Calibri"/>
              </a:rPr>
              <a:t></a:t>
            </a:r>
            <a:r>
              <a:rPr sz="2800" spc="-55" dirty="0">
                <a:solidFill>
                  <a:srgbClr val="000000"/>
                </a:solidFill>
                <a:latin typeface="Times New Roman"/>
                <a:cs typeface="Times New Roman"/>
              </a:rPr>
              <a:t> </a:t>
            </a:r>
            <a:r>
              <a:rPr sz="2800" dirty="0">
                <a:solidFill>
                  <a:srgbClr val="000000"/>
                </a:solidFill>
                <a:latin typeface="LIJFOD+Calibri"/>
                <a:cs typeface="LIJFOD+Calibri"/>
              </a:rPr>
              <a:t></a:t>
            </a:r>
          </a:p>
          <a:p>
            <a:pPr marL="742949" marR="0">
              <a:lnSpc>
                <a:spcPts val="3300"/>
              </a:lnSpc>
              <a:spcBef>
                <a:spcPts val="0"/>
              </a:spcBef>
              <a:spcAft>
                <a:spcPts val="0"/>
              </a:spcAft>
            </a:pPr>
            <a:r>
              <a:rPr sz="2800" spc="-11" dirty="0">
                <a:solidFill>
                  <a:srgbClr val="000000"/>
                </a:solidFill>
                <a:latin typeface="LIJFOD+Calibri"/>
                <a:cs typeface="LIJFOD+Calibri"/>
              </a:rPr>
              <a:t></a:t>
            </a:r>
            <a:r>
              <a:rPr sz="2800" spc="-48" dirty="0">
                <a:solidFill>
                  <a:srgbClr val="000000"/>
                </a:solidFill>
                <a:latin typeface="Times New Roman"/>
                <a:cs typeface="Times New Roman"/>
              </a:rPr>
              <a:t> </a:t>
            </a:r>
            <a:r>
              <a:rPr sz="2800" spc="-19" dirty="0">
                <a:solidFill>
                  <a:srgbClr val="000000"/>
                </a:solidFill>
                <a:latin typeface="LIJFOD+Calibri"/>
                <a:cs typeface="LIJFOD+Calibri"/>
              </a:rPr>
              <a:t></a:t>
            </a:r>
            <a:r>
              <a:rPr sz="2800" spc="-40" dirty="0">
                <a:solidFill>
                  <a:srgbClr val="000000"/>
                </a:solidFill>
                <a:latin typeface="Times New Roman"/>
                <a:cs typeface="Times New Roman"/>
              </a:rPr>
              <a:t> </a:t>
            </a:r>
            <a:r>
              <a:rPr sz="2800" dirty="0">
                <a:solidFill>
                  <a:srgbClr val="000000"/>
                </a:solidFill>
                <a:latin typeface="LIJFOD+Calibri"/>
                <a:cs typeface="LIJFOD+Calibri"/>
              </a:rPr>
              <a:t></a:t>
            </a:r>
            <a:r>
              <a:rPr sz="2800" spc="-54" dirty="0">
                <a:solidFill>
                  <a:srgbClr val="000000"/>
                </a:solidFill>
                <a:latin typeface="Times New Roman"/>
                <a:cs typeface="Times New Roman"/>
              </a:rPr>
              <a:t> </a:t>
            </a:r>
            <a:r>
              <a:rPr sz="2800" spc="-25" dirty="0">
                <a:solidFill>
                  <a:srgbClr val="000000"/>
                </a:solidFill>
                <a:latin typeface="LIJFOD+Calibri"/>
                <a:cs typeface="LIJFOD+Calibri"/>
              </a:rPr>
              <a:t></a:t>
            </a:r>
            <a:r>
              <a:rPr sz="2800" spc="-39" dirty="0">
                <a:solidFill>
                  <a:srgbClr val="000000"/>
                </a:solidFill>
                <a:latin typeface="Times New Roman"/>
                <a:cs typeface="Times New Roman"/>
              </a:rPr>
              <a:t> </a:t>
            </a:r>
            <a:r>
              <a:rPr sz="2800" dirty="0">
                <a:solidFill>
                  <a:srgbClr val="000000"/>
                </a:solidFill>
                <a:latin typeface="LIJFOD+Calibri"/>
                <a:cs typeface="LIJFOD+Calibri"/>
              </a:rPr>
              <a:t></a:t>
            </a:r>
            <a:r>
              <a:rPr sz="2800" spc="-56" dirty="0">
                <a:solidFill>
                  <a:srgbClr val="000000"/>
                </a:solidFill>
                <a:latin typeface="Times New Roman"/>
                <a:cs typeface="Times New Roman"/>
              </a:rPr>
              <a:t> </a:t>
            </a:r>
            <a:r>
              <a:rPr sz="2800" spc="-29" dirty="0">
                <a:solidFill>
                  <a:srgbClr val="000000"/>
                </a:solidFill>
                <a:latin typeface="LIJFOD+Calibri"/>
                <a:cs typeface="LIJFOD+Calibri"/>
              </a:rPr>
              <a:t></a:t>
            </a:r>
          </a:p>
          <a:p>
            <a:pPr marL="0" marR="0">
              <a:lnSpc>
                <a:spcPts val="3906"/>
              </a:lnSpc>
              <a:spcBef>
                <a:spcPts val="701"/>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6" name="object 6"/>
          <p:cNvSpPr txBox="1"/>
          <p:nvPr/>
        </p:nvSpPr>
        <p:spPr>
          <a:xfrm>
            <a:off x="1005839" y="3745736"/>
            <a:ext cx="4340918" cy="1488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spc="-10" dirty="0">
                <a:solidFill>
                  <a:srgbClr val="000000"/>
                </a:solidFill>
                <a:latin typeface="LIJFOD+Calibri"/>
                <a:cs typeface="LIJFOD+Calibri"/>
              </a:rPr>
              <a:t></a:t>
            </a:r>
            <a:r>
              <a:rPr sz="2800" spc="-55" dirty="0">
                <a:solidFill>
                  <a:srgbClr val="000000"/>
                </a:solidFill>
                <a:latin typeface="Times New Roman"/>
                <a:cs typeface="Times New Roman"/>
              </a:rPr>
              <a:t> </a:t>
            </a:r>
            <a:r>
              <a:rPr sz="2800" dirty="0">
                <a:solidFill>
                  <a:srgbClr val="000000"/>
                </a:solidFill>
                <a:latin typeface="LIJFOD+Calibri"/>
                <a:cs typeface="LIJFOD+Calibri"/>
              </a:rPr>
              <a:t></a:t>
            </a:r>
            <a:r>
              <a:rPr sz="2800" spc="-57"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17"/>
              </a:lnSpc>
              <a:spcBef>
                <a:spcPts val="582"/>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17"/>
              </a:lnSpc>
              <a:spcBef>
                <a:spcPts val="582"/>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7" name="object 7"/>
          <p:cNvSpPr txBox="1"/>
          <p:nvPr/>
        </p:nvSpPr>
        <p:spPr>
          <a:xfrm>
            <a:off x="1005839" y="5282436"/>
            <a:ext cx="4533592"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806704" y="129609"/>
            <a:ext cx="7747496"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6" dirty="0">
                <a:solidFill>
                  <a:srgbClr val="000000"/>
                </a:solidFill>
                <a:latin typeface="LIJFOD+Calibri"/>
                <a:cs typeface="LIJFOD+Calibri"/>
              </a:rPr>
              <a:t></a:t>
            </a:r>
          </a:p>
        </p:txBody>
      </p:sp>
      <p:sp>
        <p:nvSpPr>
          <p:cNvPr id="4" name="object 4"/>
          <p:cNvSpPr txBox="1"/>
          <p:nvPr/>
        </p:nvSpPr>
        <p:spPr>
          <a:xfrm>
            <a:off x="1747262" y="3622809"/>
            <a:ext cx="6671679" cy="735204"/>
          </a:xfrm>
          <a:prstGeom prst="rect">
            <a:avLst/>
          </a:prstGeom>
        </p:spPr>
        <p:txBody>
          <a:bodyPr vert="horz" wrap="square" lIns="0" tIns="0" rIns="0" bIns="0" rtlCol="0">
            <a:spAutoFit/>
          </a:bodyPr>
          <a:lstStyle/>
          <a:p>
            <a:pPr marL="0" marR="0">
              <a:lnSpc>
                <a:spcPts val="2369"/>
              </a:lnSpc>
              <a:spcBef>
                <a:spcPts val="0"/>
              </a:spcBef>
              <a:spcAft>
                <a:spcPts val="0"/>
              </a:spcAft>
            </a:pPr>
            <a:r>
              <a:rPr sz="1900" spc="-31" dirty="0">
                <a:solidFill>
                  <a:srgbClr val="000000"/>
                </a:solidFill>
                <a:latin typeface="KJNENV+Times-Roman"/>
                <a:cs typeface="KJNENV+Times-Roman"/>
              </a:rPr>
              <a:t>Agent</a:t>
            </a:r>
            <a:r>
              <a:rPr sz="1900" spc="-28" dirty="0">
                <a:solidFill>
                  <a:srgbClr val="000000"/>
                </a:solidFill>
                <a:latin typeface="KJNENV+Times-Roman"/>
                <a:cs typeface="KJNENV+Times-Roman"/>
              </a:rPr>
              <a:t> </a:t>
            </a:r>
            <a:r>
              <a:rPr sz="1900" spc="-31" dirty="0">
                <a:solidFill>
                  <a:srgbClr val="000000"/>
                </a:solidFill>
                <a:latin typeface="KJNENV+Times-Roman"/>
                <a:cs typeface="KJNENV+Times-Roman"/>
              </a:rPr>
              <a:t>and</a:t>
            </a:r>
            <a:r>
              <a:rPr sz="1900" spc="-30" dirty="0">
                <a:solidFill>
                  <a:srgbClr val="000000"/>
                </a:solidFill>
                <a:latin typeface="KJNENV+Times-Roman"/>
                <a:cs typeface="KJNENV+Times-Roman"/>
              </a:rPr>
              <a:t> </a:t>
            </a:r>
            <a:r>
              <a:rPr sz="1900" spc="-31" dirty="0">
                <a:solidFill>
                  <a:srgbClr val="000000"/>
                </a:solidFill>
                <a:latin typeface="KJNENV+Times-Roman"/>
                <a:cs typeface="KJNENV+Times-Roman"/>
              </a:rPr>
              <a:t>environment</a:t>
            </a:r>
            <a:r>
              <a:rPr sz="1900" spc="-29" dirty="0">
                <a:solidFill>
                  <a:srgbClr val="000000"/>
                </a:solidFill>
                <a:latin typeface="KJNENV+Times-Roman"/>
                <a:cs typeface="KJNENV+Times-Roman"/>
              </a:rPr>
              <a:t> </a:t>
            </a:r>
            <a:r>
              <a:rPr sz="1900" spc="-30" dirty="0">
                <a:solidFill>
                  <a:srgbClr val="000000"/>
                </a:solidFill>
                <a:latin typeface="KJNENV+Times-Roman"/>
                <a:cs typeface="KJNENV+Times-Roman"/>
              </a:rPr>
              <a:t>interact</a:t>
            </a:r>
            <a:r>
              <a:rPr sz="1900" spc="-29" dirty="0">
                <a:solidFill>
                  <a:srgbClr val="000000"/>
                </a:solidFill>
                <a:latin typeface="KJNENV+Times-Roman"/>
                <a:cs typeface="KJNENV+Times-Roman"/>
              </a:rPr>
              <a:t> </a:t>
            </a:r>
            <a:r>
              <a:rPr sz="1900" spc="-30" dirty="0">
                <a:solidFill>
                  <a:srgbClr val="000000"/>
                </a:solidFill>
                <a:latin typeface="KJNENV+Times-Roman"/>
                <a:cs typeface="KJNENV+Times-Roman"/>
              </a:rPr>
              <a:t>at</a:t>
            </a:r>
            <a:r>
              <a:rPr sz="1900" spc="-29" dirty="0">
                <a:solidFill>
                  <a:srgbClr val="000000"/>
                </a:solidFill>
                <a:latin typeface="KJNENV+Times-Roman"/>
                <a:cs typeface="KJNENV+Times-Roman"/>
              </a:rPr>
              <a:t> </a:t>
            </a:r>
            <a:r>
              <a:rPr sz="1900" spc="-30" dirty="0">
                <a:solidFill>
                  <a:srgbClr val="000000"/>
                </a:solidFill>
                <a:latin typeface="KJNENV+Times-Roman"/>
                <a:cs typeface="KJNENV+Times-Roman"/>
              </a:rPr>
              <a:t>discrete time </a:t>
            </a:r>
            <a:r>
              <a:rPr sz="1900" spc="-31" dirty="0">
                <a:solidFill>
                  <a:srgbClr val="000000"/>
                </a:solidFill>
                <a:latin typeface="KJNENV+Times-Roman"/>
                <a:cs typeface="KJNENV+Times-Roman"/>
              </a:rPr>
              <a:t>steps</a:t>
            </a:r>
            <a:r>
              <a:rPr sz="1900" spc="1269" dirty="0">
                <a:solidFill>
                  <a:srgbClr val="000000"/>
                </a:solidFill>
                <a:latin typeface="KJNENV+Times-Roman"/>
                <a:cs typeface="KJNENV+Times-Roman"/>
              </a:rPr>
              <a:t> </a:t>
            </a:r>
            <a:r>
              <a:rPr sz="1900" dirty="0">
                <a:solidFill>
                  <a:srgbClr val="000000"/>
                </a:solidFill>
                <a:latin typeface="KJNENV+Times-Roman"/>
                <a:cs typeface="KJNENV+Times-Roman"/>
              </a:rPr>
              <a:t>:</a:t>
            </a:r>
            <a:r>
              <a:rPr sz="1900" spc="859" dirty="0">
                <a:solidFill>
                  <a:srgbClr val="000000"/>
                </a:solidFill>
                <a:latin typeface="KJNENV+Times-Roman"/>
                <a:cs typeface="KJNENV+Times-Roman"/>
              </a:rPr>
              <a:t> </a:t>
            </a:r>
            <a:r>
              <a:rPr sz="1900" dirty="0">
                <a:solidFill>
                  <a:srgbClr val="000000"/>
                </a:solidFill>
                <a:latin typeface="TAWSJE+Times-Italic"/>
                <a:cs typeface="TAWSJE+Times-Italic"/>
              </a:rPr>
              <a:t>t</a:t>
            </a:r>
            <a:r>
              <a:rPr sz="1900" spc="137" dirty="0">
                <a:solidFill>
                  <a:srgbClr val="000000"/>
                </a:solidFill>
                <a:latin typeface="Times New Roman"/>
                <a:cs typeface="Times New Roman"/>
              </a:rPr>
              <a:t> </a:t>
            </a:r>
            <a:r>
              <a:rPr sz="1900" dirty="0">
                <a:solidFill>
                  <a:srgbClr val="000000"/>
                </a:solidFill>
                <a:latin typeface="BIIQGD+Symbol"/>
                <a:cs typeface="BIIQGD+Symbol"/>
              </a:rPr>
              <a:t>=</a:t>
            </a:r>
            <a:r>
              <a:rPr sz="1900" spc="62" dirty="0">
                <a:solidFill>
                  <a:srgbClr val="000000"/>
                </a:solidFill>
                <a:latin typeface="Times New Roman"/>
                <a:cs typeface="Times New Roman"/>
              </a:rPr>
              <a:t> </a:t>
            </a:r>
            <a:r>
              <a:rPr sz="1900" spc="-160" dirty="0">
                <a:solidFill>
                  <a:srgbClr val="000000"/>
                </a:solidFill>
                <a:latin typeface="KJNENV+Times-Roman"/>
                <a:cs typeface="KJNENV+Times-Roman"/>
              </a:rPr>
              <a:t>0,</a:t>
            </a:r>
            <a:r>
              <a:rPr sz="1900" dirty="0">
                <a:solidFill>
                  <a:srgbClr val="000000"/>
                </a:solidFill>
                <a:latin typeface="KJNENV+Times-Roman"/>
                <a:cs typeface="KJNENV+Times-Roman"/>
              </a:rPr>
              <a:t> </a:t>
            </a:r>
            <a:r>
              <a:rPr sz="1900" spc="-160" dirty="0">
                <a:solidFill>
                  <a:srgbClr val="000000"/>
                </a:solidFill>
                <a:latin typeface="KJNENV+Times-Roman"/>
                <a:cs typeface="KJNENV+Times-Roman"/>
              </a:rPr>
              <a:t>1,</a:t>
            </a:r>
            <a:r>
              <a:rPr sz="1900" spc="158" dirty="0">
                <a:solidFill>
                  <a:srgbClr val="000000"/>
                </a:solidFill>
                <a:latin typeface="KJNENV+Times-Roman"/>
                <a:cs typeface="KJNENV+Times-Roman"/>
              </a:rPr>
              <a:t> </a:t>
            </a:r>
            <a:r>
              <a:rPr sz="1900" spc="-160" dirty="0">
                <a:solidFill>
                  <a:srgbClr val="000000"/>
                </a:solidFill>
                <a:latin typeface="KJNENV+Times-Roman"/>
                <a:cs typeface="KJNENV+Times-Roman"/>
              </a:rPr>
              <a:t>2,</a:t>
            </a:r>
            <a:r>
              <a:rPr sz="1900" dirty="0">
                <a:solidFill>
                  <a:srgbClr val="000000"/>
                </a:solidFill>
                <a:latin typeface="KJNENV+Times-Roman"/>
                <a:cs typeface="KJNENV+Times-Roman"/>
              </a:rPr>
              <a:t> </a:t>
            </a:r>
            <a:r>
              <a:rPr sz="1900" dirty="0">
                <a:solidFill>
                  <a:srgbClr val="000000"/>
                </a:solidFill>
                <a:latin typeface="Geneva"/>
                <a:cs typeface="Geneva"/>
              </a:rPr>
              <a:t>K</a:t>
            </a:r>
          </a:p>
          <a:p>
            <a:pPr marL="307991" marR="0">
              <a:lnSpc>
                <a:spcPts val="1895"/>
              </a:lnSpc>
              <a:spcBef>
                <a:spcPts val="805"/>
              </a:spcBef>
              <a:spcAft>
                <a:spcPts val="0"/>
              </a:spcAft>
            </a:pPr>
            <a:r>
              <a:rPr sz="1900" spc="-23" dirty="0">
                <a:solidFill>
                  <a:srgbClr val="000000"/>
                </a:solidFill>
                <a:latin typeface="KJNENV+Times-Roman"/>
                <a:cs typeface="KJNENV+Times-Roman"/>
              </a:rPr>
              <a:t>Agent</a:t>
            </a:r>
            <a:r>
              <a:rPr sz="1900" spc="-20" dirty="0">
                <a:solidFill>
                  <a:srgbClr val="000000"/>
                </a:solidFill>
                <a:latin typeface="KJNENV+Times-Roman"/>
                <a:cs typeface="KJNENV+Times-Roman"/>
              </a:rPr>
              <a:t> </a:t>
            </a:r>
            <a:r>
              <a:rPr sz="1900" spc="-22" dirty="0">
                <a:solidFill>
                  <a:srgbClr val="000000"/>
                </a:solidFill>
                <a:latin typeface="KJNENV+Times-Roman"/>
                <a:cs typeface="KJNENV+Times-Roman"/>
              </a:rPr>
              <a:t>observes state at</a:t>
            </a:r>
            <a:r>
              <a:rPr sz="1900" spc="-21" dirty="0">
                <a:solidFill>
                  <a:srgbClr val="000000"/>
                </a:solidFill>
                <a:latin typeface="KJNENV+Times-Roman"/>
                <a:cs typeface="KJNENV+Times-Roman"/>
              </a:rPr>
              <a:t> </a:t>
            </a:r>
            <a:r>
              <a:rPr sz="1900" spc="-22" dirty="0">
                <a:solidFill>
                  <a:srgbClr val="000000"/>
                </a:solidFill>
                <a:latin typeface="KJNENV+Times-Roman"/>
                <a:cs typeface="KJNENV+Times-Roman"/>
              </a:rPr>
              <a:t>step</a:t>
            </a:r>
            <a:r>
              <a:rPr sz="1900" spc="625" dirty="0">
                <a:solidFill>
                  <a:srgbClr val="000000"/>
                </a:solidFill>
                <a:latin typeface="KJNENV+Times-Roman"/>
                <a:cs typeface="KJNENV+Times-Roman"/>
              </a:rPr>
              <a:t> </a:t>
            </a:r>
            <a:r>
              <a:rPr sz="1900" spc="262" dirty="0">
                <a:solidFill>
                  <a:srgbClr val="000000"/>
                </a:solidFill>
                <a:latin typeface="TAWSJE+Times-Italic"/>
                <a:cs typeface="TAWSJE+Times-Italic"/>
              </a:rPr>
              <a:t>t</a:t>
            </a:r>
            <a:r>
              <a:rPr sz="1900" dirty="0">
                <a:solidFill>
                  <a:srgbClr val="000000"/>
                </a:solidFill>
                <a:latin typeface="KJNENV+Times-Roman"/>
                <a:cs typeface="KJNENV+Times-Roman"/>
              </a:rPr>
              <a:t>:</a:t>
            </a:r>
            <a:r>
              <a:rPr sz="1900" spc="1878" dirty="0">
                <a:solidFill>
                  <a:srgbClr val="000000"/>
                </a:solidFill>
                <a:latin typeface="KJNENV+Times-Roman"/>
                <a:cs typeface="KJNENV+Times-Roman"/>
              </a:rPr>
              <a:t> </a:t>
            </a:r>
            <a:r>
              <a:rPr sz="1900" spc="13" dirty="0">
                <a:solidFill>
                  <a:srgbClr val="000000"/>
                </a:solidFill>
                <a:latin typeface="TAWSJE+Times-Italic"/>
                <a:cs typeface="TAWSJE+Times-Italic"/>
              </a:rPr>
              <a:t>s</a:t>
            </a:r>
            <a:r>
              <a:rPr sz="1650" baseline="-24940" dirty="0">
                <a:solidFill>
                  <a:srgbClr val="000000"/>
                </a:solidFill>
                <a:latin typeface="TAWSJE+Times-Italic"/>
                <a:cs typeface="TAWSJE+Times-Italic"/>
              </a:rPr>
              <a:t>t</a:t>
            </a:r>
            <a:r>
              <a:rPr sz="1650" spc="229" baseline="-24940" dirty="0">
                <a:solidFill>
                  <a:srgbClr val="000000"/>
                </a:solidFill>
                <a:latin typeface="Times New Roman"/>
                <a:cs typeface="Times New Roman"/>
              </a:rPr>
              <a:t> </a:t>
            </a:r>
            <a:r>
              <a:rPr sz="1900" spc="38" dirty="0">
                <a:solidFill>
                  <a:srgbClr val="000000"/>
                </a:solidFill>
                <a:latin typeface="DWNSLN+Symbol"/>
                <a:cs typeface="DWNSLN+Symbol"/>
              </a:rPr>
              <a:t>ለ</a:t>
            </a:r>
            <a:r>
              <a:rPr sz="1900" dirty="0">
                <a:solidFill>
                  <a:srgbClr val="000000"/>
                </a:solidFill>
                <a:latin typeface="TAWSJE+Times-Italic"/>
                <a:cs typeface="TAWSJE+Times-Italic"/>
              </a:rPr>
              <a:t>S</a:t>
            </a:r>
          </a:p>
        </p:txBody>
      </p:sp>
      <p:sp>
        <p:nvSpPr>
          <p:cNvPr id="5" name="object 5"/>
          <p:cNvSpPr txBox="1"/>
          <p:nvPr/>
        </p:nvSpPr>
        <p:spPr>
          <a:xfrm>
            <a:off x="2058864" y="4425220"/>
            <a:ext cx="3672556" cy="290587"/>
          </a:xfrm>
          <a:prstGeom prst="rect">
            <a:avLst/>
          </a:prstGeom>
        </p:spPr>
        <p:txBody>
          <a:bodyPr vert="horz" wrap="square" lIns="0" tIns="0" rIns="0" bIns="0" rtlCol="0">
            <a:spAutoFit/>
          </a:bodyPr>
          <a:lstStyle/>
          <a:p>
            <a:pPr marL="0" marR="0">
              <a:lnSpc>
                <a:spcPts val="1895"/>
              </a:lnSpc>
              <a:spcBef>
                <a:spcPts val="0"/>
              </a:spcBef>
              <a:spcAft>
                <a:spcPts val="0"/>
              </a:spcAft>
            </a:pPr>
            <a:r>
              <a:rPr sz="1900" spc="-17" dirty="0">
                <a:solidFill>
                  <a:srgbClr val="000000"/>
                </a:solidFill>
                <a:latin typeface="KJNENV+Times-Roman"/>
                <a:cs typeface="KJNENV+Times-Roman"/>
              </a:rPr>
              <a:t>produces</a:t>
            </a:r>
            <a:r>
              <a:rPr sz="1900" spc="-16" dirty="0">
                <a:solidFill>
                  <a:srgbClr val="000000"/>
                </a:solidFill>
                <a:latin typeface="KJNENV+Times-Roman"/>
                <a:cs typeface="KJNENV+Times-Roman"/>
              </a:rPr>
              <a:t> action</a:t>
            </a:r>
            <a:r>
              <a:rPr sz="1900" spc="-17" dirty="0">
                <a:solidFill>
                  <a:srgbClr val="000000"/>
                </a:solidFill>
                <a:latin typeface="KJNENV+Times-Roman"/>
                <a:cs typeface="KJNENV+Times-Roman"/>
              </a:rPr>
              <a:t> </a:t>
            </a:r>
            <a:r>
              <a:rPr sz="1900" spc="-16" dirty="0">
                <a:solidFill>
                  <a:srgbClr val="000000"/>
                </a:solidFill>
                <a:latin typeface="KJNENV+Times-Roman"/>
                <a:cs typeface="KJNENV+Times-Roman"/>
              </a:rPr>
              <a:t>at</a:t>
            </a:r>
            <a:r>
              <a:rPr sz="1900" spc="-15" dirty="0">
                <a:solidFill>
                  <a:srgbClr val="000000"/>
                </a:solidFill>
                <a:latin typeface="KJNENV+Times-Roman"/>
                <a:cs typeface="KJNENV+Times-Roman"/>
              </a:rPr>
              <a:t> </a:t>
            </a:r>
            <a:r>
              <a:rPr sz="1900" spc="-16" dirty="0">
                <a:solidFill>
                  <a:srgbClr val="000000"/>
                </a:solidFill>
                <a:latin typeface="KJNENV+Times-Roman"/>
                <a:cs typeface="KJNENV+Times-Roman"/>
              </a:rPr>
              <a:t>step</a:t>
            </a:r>
            <a:r>
              <a:rPr sz="1900" spc="311" dirty="0">
                <a:solidFill>
                  <a:srgbClr val="000000"/>
                </a:solidFill>
                <a:latin typeface="KJNENV+Times-Roman"/>
                <a:cs typeface="KJNENV+Times-Roman"/>
              </a:rPr>
              <a:t> </a:t>
            </a:r>
            <a:r>
              <a:rPr sz="1900" dirty="0">
                <a:solidFill>
                  <a:srgbClr val="000000"/>
                </a:solidFill>
                <a:latin typeface="TAWSJE+Times-Italic"/>
                <a:cs typeface="TAWSJE+Times-Italic"/>
              </a:rPr>
              <a:t>t</a:t>
            </a:r>
            <a:r>
              <a:rPr sz="1900" spc="-55" dirty="0">
                <a:solidFill>
                  <a:srgbClr val="000000"/>
                </a:solidFill>
                <a:latin typeface="Times New Roman"/>
                <a:cs typeface="Times New Roman"/>
              </a:rPr>
              <a:t> </a:t>
            </a:r>
            <a:r>
              <a:rPr sz="1900" dirty="0">
                <a:solidFill>
                  <a:srgbClr val="000000"/>
                </a:solidFill>
                <a:latin typeface="KJNENV+Times-Roman"/>
                <a:cs typeface="KJNENV+Times-Roman"/>
              </a:rPr>
              <a:t>:</a:t>
            </a:r>
            <a:r>
              <a:rPr sz="1900" spc="893" dirty="0">
                <a:solidFill>
                  <a:srgbClr val="000000"/>
                </a:solidFill>
                <a:latin typeface="KJNENV+Times-Roman"/>
                <a:cs typeface="KJNENV+Times-Roman"/>
              </a:rPr>
              <a:t> </a:t>
            </a:r>
            <a:r>
              <a:rPr sz="1900" dirty="0">
                <a:solidFill>
                  <a:srgbClr val="000000"/>
                </a:solidFill>
                <a:latin typeface="TAWSJE+Times-Italic"/>
                <a:cs typeface="TAWSJE+Times-Italic"/>
              </a:rPr>
              <a:t>a</a:t>
            </a:r>
            <a:r>
              <a:rPr sz="1900" spc="313" dirty="0">
                <a:solidFill>
                  <a:srgbClr val="000000"/>
                </a:solidFill>
                <a:latin typeface="Times New Roman"/>
                <a:cs typeface="Times New Roman"/>
              </a:rPr>
              <a:t> </a:t>
            </a:r>
            <a:r>
              <a:rPr sz="1900" dirty="0">
                <a:solidFill>
                  <a:srgbClr val="000000"/>
                </a:solidFill>
                <a:latin typeface="DWNSLN+Symbol"/>
                <a:cs typeface="DWNSLN+Symbol"/>
              </a:rPr>
              <a:t>ለ</a:t>
            </a:r>
            <a:r>
              <a:rPr sz="1900" spc="-92" dirty="0">
                <a:solidFill>
                  <a:srgbClr val="000000"/>
                </a:solidFill>
                <a:latin typeface="Times New Roman"/>
                <a:cs typeface="Times New Roman"/>
              </a:rPr>
              <a:t> </a:t>
            </a:r>
            <a:r>
              <a:rPr sz="1900" dirty="0">
                <a:solidFill>
                  <a:srgbClr val="000000"/>
                </a:solidFill>
                <a:latin typeface="TAWSJE+Times-Italic"/>
                <a:cs typeface="TAWSJE+Times-Italic"/>
              </a:rPr>
              <a:t>A</a:t>
            </a:r>
            <a:r>
              <a:rPr sz="1900" dirty="0">
                <a:solidFill>
                  <a:srgbClr val="000000"/>
                </a:solidFill>
                <a:latin typeface="KJNENV+Times-Roman"/>
                <a:cs typeface="KJNENV+Times-Roman"/>
              </a:rPr>
              <a:t>(</a:t>
            </a:r>
            <a:r>
              <a:rPr sz="1900" dirty="0">
                <a:solidFill>
                  <a:srgbClr val="000000"/>
                </a:solidFill>
                <a:latin typeface="TAWSJE+Times-Italic"/>
                <a:cs typeface="TAWSJE+Times-Italic"/>
              </a:rPr>
              <a:t>s</a:t>
            </a:r>
            <a:r>
              <a:rPr sz="1900" dirty="0">
                <a:solidFill>
                  <a:srgbClr val="000000"/>
                </a:solidFill>
                <a:latin typeface="Times New Roman"/>
                <a:cs typeface="Times New Roman"/>
              </a:rPr>
              <a:t> </a:t>
            </a:r>
            <a:r>
              <a:rPr sz="1900" dirty="0">
                <a:solidFill>
                  <a:srgbClr val="000000"/>
                </a:solidFill>
                <a:latin typeface="KJNENV+Times-Roman"/>
                <a:cs typeface="KJNENV+Times-Roman"/>
              </a:rPr>
              <a:t>)</a:t>
            </a:r>
          </a:p>
        </p:txBody>
      </p:sp>
      <p:sp>
        <p:nvSpPr>
          <p:cNvPr id="6" name="object 6"/>
          <p:cNvSpPr txBox="1"/>
          <p:nvPr/>
        </p:nvSpPr>
        <p:spPr>
          <a:xfrm>
            <a:off x="4776620" y="4560630"/>
            <a:ext cx="191417" cy="178527"/>
          </a:xfrm>
          <a:prstGeom prst="rect">
            <a:avLst/>
          </a:prstGeom>
        </p:spPr>
        <p:txBody>
          <a:bodyPr vert="horz" wrap="square" lIns="0" tIns="0" rIns="0" bIns="0" rtlCol="0">
            <a:spAutoFit/>
          </a:bodyPr>
          <a:lstStyle/>
          <a:p>
            <a:pPr marL="0" marR="0">
              <a:lnSpc>
                <a:spcPts val="1105"/>
              </a:lnSpc>
              <a:spcBef>
                <a:spcPts val="0"/>
              </a:spcBef>
              <a:spcAft>
                <a:spcPts val="0"/>
              </a:spcAft>
            </a:pPr>
            <a:r>
              <a:rPr sz="1100" dirty="0">
                <a:solidFill>
                  <a:srgbClr val="000000"/>
                </a:solidFill>
                <a:latin typeface="TAWSJE+Times-Italic"/>
                <a:cs typeface="TAWSJE+Times-Italic"/>
              </a:rPr>
              <a:t>t</a:t>
            </a:r>
          </a:p>
        </p:txBody>
      </p:sp>
      <p:sp>
        <p:nvSpPr>
          <p:cNvPr id="7" name="object 7"/>
          <p:cNvSpPr txBox="1"/>
          <p:nvPr/>
        </p:nvSpPr>
        <p:spPr>
          <a:xfrm>
            <a:off x="5418603" y="4560630"/>
            <a:ext cx="191417" cy="178527"/>
          </a:xfrm>
          <a:prstGeom prst="rect">
            <a:avLst/>
          </a:prstGeom>
        </p:spPr>
        <p:txBody>
          <a:bodyPr vert="horz" wrap="square" lIns="0" tIns="0" rIns="0" bIns="0" rtlCol="0">
            <a:spAutoFit/>
          </a:bodyPr>
          <a:lstStyle/>
          <a:p>
            <a:pPr marL="0" marR="0">
              <a:lnSpc>
                <a:spcPts val="1105"/>
              </a:lnSpc>
              <a:spcBef>
                <a:spcPts val="0"/>
              </a:spcBef>
              <a:spcAft>
                <a:spcPts val="0"/>
              </a:spcAft>
            </a:pPr>
            <a:r>
              <a:rPr sz="1100" dirty="0">
                <a:solidFill>
                  <a:srgbClr val="000000"/>
                </a:solidFill>
                <a:latin typeface="TAWSJE+Times-Italic"/>
                <a:cs typeface="TAWSJE+Times-Italic"/>
              </a:rPr>
              <a:t>t</a:t>
            </a:r>
          </a:p>
        </p:txBody>
      </p:sp>
      <p:sp>
        <p:nvSpPr>
          <p:cNvPr id="8" name="object 8"/>
          <p:cNvSpPr txBox="1"/>
          <p:nvPr/>
        </p:nvSpPr>
        <p:spPr>
          <a:xfrm>
            <a:off x="2057660" y="4806364"/>
            <a:ext cx="3292658" cy="320794"/>
          </a:xfrm>
          <a:prstGeom prst="rect">
            <a:avLst/>
          </a:prstGeom>
        </p:spPr>
        <p:txBody>
          <a:bodyPr vert="horz" wrap="square" lIns="0" tIns="0" rIns="0" bIns="0" rtlCol="0">
            <a:spAutoFit/>
          </a:bodyPr>
          <a:lstStyle/>
          <a:p>
            <a:pPr marL="0" marR="0">
              <a:lnSpc>
                <a:spcPts val="1895"/>
              </a:lnSpc>
              <a:spcBef>
                <a:spcPts val="0"/>
              </a:spcBef>
              <a:spcAft>
                <a:spcPts val="0"/>
              </a:spcAft>
            </a:pPr>
            <a:r>
              <a:rPr sz="1900" spc="-18" dirty="0">
                <a:solidFill>
                  <a:srgbClr val="000000"/>
                </a:solidFill>
                <a:latin typeface="KJNENV+Times-Roman"/>
                <a:cs typeface="KJNENV+Times-Roman"/>
              </a:rPr>
              <a:t>gets resulting </a:t>
            </a:r>
            <a:r>
              <a:rPr sz="1900" spc="-19" dirty="0">
                <a:solidFill>
                  <a:srgbClr val="000000"/>
                </a:solidFill>
                <a:latin typeface="KJNENV+Times-Roman"/>
                <a:cs typeface="KJNENV+Times-Roman"/>
              </a:rPr>
              <a:t>reward</a:t>
            </a:r>
            <a:r>
              <a:rPr sz="1900" spc="173" dirty="0">
                <a:solidFill>
                  <a:srgbClr val="000000"/>
                </a:solidFill>
                <a:latin typeface="KJNENV+Times-Roman"/>
                <a:cs typeface="KJNENV+Times-Roman"/>
              </a:rPr>
              <a:t> </a:t>
            </a:r>
            <a:r>
              <a:rPr sz="1900" dirty="0">
                <a:solidFill>
                  <a:srgbClr val="000000"/>
                </a:solidFill>
                <a:latin typeface="KJNENV+Times-Roman"/>
                <a:cs typeface="KJNENV+Times-Roman"/>
              </a:rPr>
              <a:t>:</a:t>
            </a:r>
            <a:r>
              <a:rPr sz="1900" spc="1878" dirty="0">
                <a:solidFill>
                  <a:srgbClr val="000000"/>
                </a:solidFill>
                <a:latin typeface="KJNENV+Times-Roman"/>
                <a:cs typeface="KJNENV+Times-Roman"/>
              </a:rPr>
              <a:t> </a:t>
            </a:r>
            <a:r>
              <a:rPr sz="1900" spc="-303" dirty="0">
                <a:solidFill>
                  <a:srgbClr val="000000"/>
                </a:solidFill>
                <a:latin typeface="TAWSJE+Times-Italic"/>
                <a:cs typeface="TAWSJE+Times-Italic"/>
              </a:rPr>
              <a:t>r</a:t>
            </a:r>
            <a:r>
              <a:rPr sz="1650" baseline="-24940" dirty="0">
                <a:solidFill>
                  <a:srgbClr val="000000"/>
                </a:solidFill>
                <a:latin typeface="TAWSJE+Times-Italic"/>
                <a:cs typeface="TAWSJE+Times-Italic"/>
              </a:rPr>
              <a:t>t</a:t>
            </a:r>
            <a:r>
              <a:rPr sz="1650" spc="-244" baseline="-24940" dirty="0">
                <a:solidFill>
                  <a:srgbClr val="000000"/>
                </a:solidFill>
                <a:latin typeface="Times New Roman"/>
                <a:cs typeface="Times New Roman"/>
              </a:rPr>
              <a:t> </a:t>
            </a:r>
            <a:r>
              <a:rPr sz="1650" spc="58" baseline="-24940" dirty="0">
                <a:solidFill>
                  <a:srgbClr val="000000"/>
                </a:solidFill>
                <a:latin typeface="BIIQGD+Symbol"/>
                <a:cs typeface="BIIQGD+Symbol"/>
              </a:rPr>
              <a:t>+</a:t>
            </a:r>
            <a:r>
              <a:rPr sz="1650" baseline="-24940" dirty="0">
                <a:solidFill>
                  <a:srgbClr val="000000"/>
                </a:solidFill>
                <a:latin typeface="KJNENV+Times-Roman"/>
                <a:cs typeface="KJNENV+Times-Roman"/>
              </a:rPr>
              <a:t>1</a:t>
            </a:r>
            <a:r>
              <a:rPr sz="1650" spc="251" baseline="-24940" dirty="0">
                <a:solidFill>
                  <a:srgbClr val="000000"/>
                </a:solidFill>
                <a:latin typeface="KJNENV+Times-Roman"/>
                <a:cs typeface="KJNENV+Times-Roman"/>
              </a:rPr>
              <a:t> </a:t>
            </a:r>
            <a:r>
              <a:rPr sz="1900" spc="140" dirty="0">
                <a:solidFill>
                  <a:srgbClr val="000000"/>
                </a:solidFill>
                <a:latin typeface="DWNSLN+Symbol"/>
                <a:cs typeface="DWNSLN+Symbol"/>
              </a:rPr>
              <a:t>ለᄜ</a:t>
            </a:r>
          </a:p>
        </p:txBody>
      </p:sp>
      <p:sp>
        <p:nvSpPr>
          <p:cNvPr id="9" name="object 9"/>
          <p:cNvSpPr txBox="1"/>
          <p:nvPr/>
        </p:nvSpPr>
        <p:spPr>
          <a:xfrm>
            <a:off x="2057660" y="5167448"/>
            <a:ext cx="2965373" cy="320794"/>
          </a:xfrm>
          <a:prstGeom prst="rect">
            <a:avLst/>
          </a:prstGeom>
        </p:spPr>
        <p:txBody>
          <a:bodyPr vert="horz" wrap="square" lIns="0" tIns="0" rIns="0" bIns="0" rtlCol="0">
            <a:spAutoFit/>
          </a:bodyPr>
          <a:lstStyle/>
          <a:p>
            <a:pPr marL="0" marR="0">
              <a:lnSpc>
                <a:spcPts val="1895"/>
              </a:lnSpc>
              <a:spcBef>
                <a:spcPts val="0"/>
              </a:spcBef>
              <a:spcAft>
                <a:spcPts val="0"/>
              </a:spcAft>
            </a:pPr>
            <a:r>
              <a:rPr sz="1900" spc="-19" dirty="0">
                <a:solidFill>
                  <a:srgbClr val="000000"/>
                </a:solidFill>
                <a:latin typeface="KJNENV+Times-Roman"/>
                <a:cs typeface="KJNENV+Times-Roman"/>
              </a:rPr>
              <a:t>and</a:t>
            </a:r>
            <a:r>
              <a:rPr sz="1900" spc="-18" dirty="0">
                <a:solidFill>
                  <a:srgbClr val="000000"/>
                </a:solidFill>
                <a:latin typeface="KJNENV+Times-Roman"/>
                <a:cs typeface="KJNENV+Times-Roman"/>
              </a:rPr>
              <a:t> resulting </a:t>
            </a:r>
            <a:r>
              <a:rPr sz="1900" spc="-19" dirty="0">
                <a:solidFill>
                  <a:srgbClr val="000000"/>
                </a:solidFill>
                <a:latin typeface="KJNENV+Times-Roman"/>
                <a:cs typeface="KJNENV+Times-Roman"/>
              </a:rPr>
              <a:t>next</a:t>
            </a:r>
            <a:r>
              <a:rPr sz="1900" spc="-17" dirty="0">
                <a:solidFill>
                  <a:srgbClr val="000000"/>
                </a:solidFill>
                <a:latin typeface="KJNENV+Times-Roman"/>
                <a:cs typeface="KJNENV+Times-Roman"/>
              </a:rPr>
              <a:t> </a:t>
            </a:r>
            <a:r>
              <a:rPr sz="1900" spc="-18" dirty="0">
                <a:solidFill>
                  <a:srgbClr val="000000"/>
                </a:solidFill>
                <a:latin typeface="KJNENV+Times-Roman"/>
                <a:cs typeface="KJNENV+Times-Roman"/>
              </a:rPr>
              <a:t>state</a:t>
            </a:r>
            <a:r>
              <a:rPr sz="1900" spc="168" dirty="0">
                <a:solidFill>
                  <a:srgbClr val="000000"/>
                </a:solidFill>
                <a:latin typeface="KJNENV+Times-Roman"/>
                <a:cs typeface="KJNENV+Times-Roman"/>
              </a:rPr>
              <a:t> </a:t>
            </a:r>
            <a:r>
              <a:rPr sz="1900" dirty="0">
                <a:solidFill>
                  <a:srgbClr val="000000"/>
                </a:solidFill>
                <a:latin typeface="KJNENV+Times-Roman"/>
                <a:cs typeface="KJNENV+Times-Roman"/>
              </a:rPr>
              <a:t>:</a:t>
            </a:r>
            <a:r>
              <a:rPr sz="1900" spc="922" dirty="0">
                <a:solidFill>
                  <a:srgbClr val="000000"/>
                </a:solidFill>
                <a:latin typeface="KJNENV+Times-Roman"/>
                <a:cs typeface="KJNENV+Times-Roman"/>
              </a:rPr>
              <a:t> </a:t>
            </a:r>
            <a:r>
              <a:rPr sz="1900" spc="21" dirty="0">
                <a:solidFill>
                  <a:srgbClr val="000000"/>
                </a:solidFill>
                <a:latin typeface="TAWSJE+Times-Italic"/>
                <a:cs typeface="TAWSJE+Times-Italic"/>
              </a:rPr>
              <a:t>s</a:t>
            </a:r>
            <a:r>
              <a:rPr sz="1650" baseline="-24940" dirty="0">
                <a:solidFill>
                  <a:srgbClr val="000000"/>
                </a:solidFill>
                <a:latin typeface="TAWSJE+Times-Italic"/>
                <a:cs typeface="TAWSJE+Times-Italic"/>
              </a:rPr>
              <a:t>t</a:t>
            </a:r>
            <a:r>
              <a:rPr sz="1650" spc="-244" baseline="-24940" dirty="0">
                <a:solidFill>
                  <a:srgbClr val="000000"/>
                </a:solidFill>
                <a:latin typeface="Times New Roman"/>
                <a:cs typeface="Times New Roman"/>
              </a:rPr>
              <a:t> </a:t>
            </a:r>
            <a:r>
              <a:rPr sz="1650" spc="58" baseline="-24940" dirty="0">
                <a:solidFill>
                  <a:srgbClr val="000000"/>
                </a:solidFill>
                <a:latin typeface="BIIQGD+Symbol"/>
                <a:cs typeface="BIIQGD+Symbol"/>
              </a:rPr>
              <a:t>+</a:t>
            </a:r>
            <a:r>
              <a:rPr sz="1650" baseline="-24940" dirty="0">
                <a:solidFill>
                  <a:srgbClr val="000000"/>
                </a:solidFill>
                <a:latin typeface="KJNENV+Times-Roman"/>
                <a:cs typeface="KJNENV+Times-Roman"/>
              </a:rPr>
              <a:t>1</a:t>
            </a:r>
          </a:p>
        </p:txBody>
      </p:sp>
      <p:sp>
        <p:nvSpPr>
          <p:cNvPr id="10" name="object 10"/>
          <p:cNvSpPr txBox="1"/>
          <p:nvPr/>
        </p:nvSpPr>
        <p:spPr>
          <a:xfrm>
            <a:off x="3314026" y="5661136"/>
            <a:ext cx="243817"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DLQIGQ+Calibri-Italic"/>
                <a:cs typeface="DLQIGQ+Calibri-Italic"/>
              </a:rPr>
              <a:t>r</a:t>
            </a:r>
          </a:p>
        </p:txBody>
      </p:sp>
      <p:sp>
        <p:nvSpPr>
          <p:cNvPr id="11" name="object 11"/>
          <p:cNvSpPr txBox="1"/>
          <p:nvPr/>
        </p:nvSpPr>
        <p:spPr>
          <a:xfrm>
            <a:off x="4761827" y="5661136"/>
            <a:ext cx="243817"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DLQIGQ+Calibri-Italic"/>
                <a:cs typeface="DLQIGQ+Calibri-Italic"/>
              </a:rPr>
              <a:t>r</a:t>
            </a:r>
          </a:p>
        </p:txBody>
      </p:sp>
      <p:sp>
        <p:nvSpPr>
          <p:cNvPr id="12" name="object 12"/>
          <p:cNvSpPr txBox="1"/>
          <p:nvPr/>
        </p:nvSpPr>
        <p:spPr>
          <a:xfrm>
            <a:off x="6252489" y="5691298"/>
            <a:ext cx="310951" cy="419633"/>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DLQIGQ+Calibri-Italic"/>
                <a:cs typeface="DLQIGQ+Calibri-Italic"/>
              </a:rPr>
              <a:t>r</a:t>
            </a:r>
          </a:p>
          <a:p>
            <a:pPr marL="90487" marR="0">
              <a:lnSpc>
                <a:spcPts val="1953"/>
              </a:lnSpc>
              <a:spcBef>
                <a:spcPts val="0"/>
              </a:spcBef>
              <a:spcAft>
                <a:spcPts val="0"/>
              </a:spcAft>
            </a:pPr>
            <a:r>
              <a:rPr sz="1600" dirty="0">
                <a:solidFill>
                  <a:srgbClr val="000000"/>
                </a:solidFill>
                <a:latin typeface="DLQIGQ+Calibri-Italic"/>
                <a:cs typeface="DLQIGQ+Calibri-Italic"/>
              </a:rPr>
              <a:t>t</a:t>
            </a:r>
          </a:p>
        </p:txBody>
      </p:sp>
      <p:sp>
        <p:nvSpPr>
          <p:cNvPr id="13" name="object 13"/>
          <p:cNvSpPr txBox="1"/>
          <p:nvPr/>
        </p:nvSpPr>
        <p:spPr>
          <a:xfrm>
            <a:off x="1299489" y="5800196"/>
            <a:ext cx="524988" cy="304800"/>
          </a:xfrm>
          <a:prstGeom prst="rect">
            <a:avLst/>
          </a:prstGeom>
        </p:spPr>
        <p:txBody>
          <a:bodyPr vert="horz" wrap="square" lIns="0" tIns="0" rIns="0" bIns="0" rtlCol="0">
            <a:spAutoFit/>
          </a:bodyPr>
          <a:lstStyle/>
          <a:p>
            <a:pPr marL="0" marR="0">
              <a:lnSpc>
                <a:spcPts val="2100"/>
              </a:lnSpc>
              <a:spcBef>
                <a:spcPts val="0"/>
              </a:spcBef>
              <a:spcAft>
                <a:spcPts val="0"/>
              </a:spcAft>
            </a:pPr>
            <a:r>
              <a:rPr sz="2100" dirty="0">
                <a:solidFill>
                  <a:srgbClr val="000000"/>
                </a:solidFill>
                <a:latin typeface="FWHBOJ+Helvetica-Bold"/>
                <a:cs typeface="FWHBOJ+Helvetica-Bold"/>
              </a:rPr>
              <a:t>. . .</a:t>
            </a:r>
          </a:p>
        </p:txBody>
      </p:sp>
      <p:sp>
        <p:nvSpPr>
          <p:cNvPr id="14" name="object 14"/>
          <p:cNvSpPr txBox="1"/>
          <p:nvPr/>
        </p:nvSpPr>
        <p:spPr>
          <a:xfrm>
            <a:off x="3404514" y="5794622"/>
            <a:ext cx="1172176" cy="525450"/>
          </a:xfrm>
          <a:prstGeom prst="rect">
            <a:avLst/>
          </a:prstGeom>
        </p:spPr>
        <p:txBody>
          <a:bodyPr vert="horz" wrap="square" lIns="0" tIns="0" rIns="0" bIns="0" rtlCol="0">
            <a:spAutoFit/>
          </a:bodyPr>
          <a:lstStyle/>
          <a:p>
            <a:pPr marL="0" marR="0">
              <a:lnSpc>
                <a:spcPts val="2563"/>
              </a:lnSpc>
              <a:spcBef>
                <a:spcPts val="0"/>
              </a:spcBef>
              <a:spcAft>
                <a:spcPts val="0"/>
              </a:spcAft>
            </a:pPr>
            <a:r>
              <a:rPr sz="2400" baseline="30356" dirty="0">
                <a:solidFill>
                  <a:srgbClr val="000000"/>
                </a:solidFill>
                <a:latin typeface="DLQIGQ+Calibri-Italic"/>
                <a:cs typeface="DLQIGQ+Calibri-Italic"/>
              </a:rPr>
              <a:t>t</a:t>
            </a:r>
            <a:r>
              <a:rPr sz="2400" spc="-236" baseline="30356" dirty="0">
                <a:solidFill>
                  <a:srgbClr val="000000"/>
                </a:solidFill>
                <a:latin typeface="Times New Roman"/>
                <a:cs typeface="Times New Roman"/>
              </a:rPr>
              <a:t> </a:t>
            </a:r>
            <a:r>
              <a:rPr sz="2400" baseline="30356" dirty="0">
                <a:solidFill>
                  <a:srgbClr val="000000"/>
                </a:solidFill>
                <a:latin typeface="LIJFOD+Calibri"/>
                <a:cs typeface="LIJFOD+Calibri"/>
              </a:rPr>
              <a:t></a:t>
            </a:r>
            <a:r>
              <a:rPr sz="2400" spc="110" baseline="30356" dirty="0">
                <a:solidFill>
                  <a:srgbClr val="000000"/>
                </a:solidFill>
                <a:latin typeface="Times New Roman"/>
                <a:cs typeface="Times New Roman"/>
              </a:rPr>
              <a:t> </a:t>
            </a:r>
            <a:r>
              <a:rPr sz="2100" spc="-104" dirty="0">
                <a:solidFill>
                  <a:srgbClr val="000000"/>
                </a:solidFill>
                <a:latin typeface="DLQIGQ+Calibri-Italic"/>
                <a:cs typeface="DLQIGQ+Calibri-Italic"/>
              </a:rPr>
              <a:t>s</a:t>
            </a:r>
            <a:r>
              <a:rPr sz="2400" baseline="-69565" dirty="0">
                <a:solidFill>
                  <a:srgbClr val="000000"/>
                </a:solidFill>
                <a:latin typeface="DLQIGQ+Calibri-Italic"/>
                <a:cs typeface="DLQIGQ+Calibri-Italic"/>
              </a:rPr>
              <a:t>tꢀ</a:t>
            </a:r>
            <a:r>
              <a:rPr sz="2400" baseline="-69565" dirty="0">
                <a:solidFill>
                  <a:srgbClr val="000000"/>
                </a:solidFill>
                <a:latin typeface="LIJFOD+Calibri"/>
                <a:cs typeface="LIJFOD+Calibri"/>
              </a:rPr>
              <a:t></a:t>
            </a:r>
            <a:r>
              <a:rPr sz="2400" spc="-102" baseline="-69565" dirty="0">
                <a:solidFill>
                  <a:srgbClr val="000000"/>
                </a:solidFill>
                <a:latin typeface="Times New Roman"/>
                <a:cs typeface="Times New Roman"/>
              </a:rPr>
              <a:t> </a:t>
            </a:r>
            <a:r>
              <a:rPr sz="3150" baseline="-69565" dirty="0">
                <a:solidFill>
                  <a:srgbClr val="000000"/>
                </a:solidFill>
                <a:latin typeface="DLQIGQ+Calibri-Italic"/>
                <a:cs typeface="DLQIGQ+Calibri-Italic"/>
              </a:rPr>
              <a:t>a</a:t>
            </a:r>
          </a:p>
        </p:txBody>
      </p:sp>
      <p:sp>
        <p:nvSpPr>
          <p:cNvPr id="15" name="object 15"/>
          <p:cNvSpPr txBox="1"/>
          <p:nvPr/>
        </p:nvSpPr>
        <p:spPr>
          <a:xfrm>
            <a:off x="4852314" y="5794622"/>
            <a:ext cx="1254726" cy="525450"/>
          </a:xfrm>
          <a:prstGeom prst="rect">
            <a:avLst/>
          </a:prstGeom>
        </p:spPr>
        <p:txBody>
          <a:bodyPr vert="horz" wrap="square" lIns="0" tIns="0" rIns="0" bIns="0" rtlCol="0">
            <a:spAutoFit/>
          </a:bodyPr>
          <a:lstStyle/>
          <a:p>
            <a:pPr marL="0" marR="0">
              <a:lnSpc>
                <a:spcPts val="2563"/>
              </a:lnSpc>
              <a:spcBef>
                <a:spcPts val="0"/>
              </a:spcBef>
              <a:spcAft>
                <a:spcPts val="0"/>
              </a:spcAft>
            </a:pPr>
            <a:r>
              <a:rPr sz="2400" baseline="29761" dirty="0">
                <a:solidFill>
                  <a:srgbClr val="000000"/>
                </a:solidFill>
                <a:latin typeface="DLQIGQ+Calibri-Italic"/>
                <a:cs typeface="DLQIGQ+Calibri-Italic"/>
              </a:rPr>
              <a:t>t</a:t>
            </a:r>
            <a:r>
              <a:rPr sz="2400" spc="-236" baseline="29761" dirty="0">
                <a:solidFill>
                  <a:srgbClr val="000000"/>
                </a:solidFill>
                <a:latin typeface="Times New Roman"/>
                <a:cs typeface="Times New Roman"/>
              </a:rPr>
              <a:t> </a:t>
            </a:r>
            <a:r>
              <a:rPr sz="2400" baseline="29761" dirty="0">
                <a:solidFill>
                  <a:srgbClr val="000000"/>
                </a:solidFill>
                <a:latin typeface="LIJFOD+Calibri"/>
                <a:cs typeface="LIJFOD+Calibri"/>
              </a:rPr>
              <a:t></a:t>
            </a:r>
            <a:r>
              <a:rPr sz="2400" spc="361" baseline="29761" dirty="0">
                <a:solidFill>
                  <a:srgbClr val="000000"/>
                </a:solidFill>
                <a:latin typeface="Times New Roman"/>
                <a:cs typeface="Times New Roman"/>
              </a:rPr>
              <a:t> </a:t>
            </a:r>
            <a:r>
              <a:rPr sz="2100" spc="-92" dirty="0">
                <a:solidFill>
                  <a:srgbClr val="000000"/>
                </a:solidFill>
                <a:latin typeface="DLQIGQ+Calibri-Italic"/>
                <a:cs typeface="DLQIGQ+Calibri-Italic"/>
              </a:rPr>
              <a:t>s</a:t>
            </a:r>
            <a:r>
              <a:rPr sz="2400" baseline="-69565" dirty="0">
                <a:solidFill>
                  <a:srgbClr val="000000"/>
                </a:solidFill>
                <a:latin typeface="DLQIGQ+Calibri-Italic"/>
                <a:cs typeface="DLQIGQ+Calibri-Italic"/>
              </a:rPr>
              <a:t>tꢀ</a:t>
            </a:r>
            <a:r>
              <a:rPr sz="2400" baseline="-69565" dirty="0">
                <a:solidFill>
                  <a:srgbClr val="000000"/>
                </a:solidFill>
                <a:latin typeface="LIJFOD+Calibri"/>
                <a:cs typeface="LIJFOD+Calibri"/>
              </a:rPr>
              <a:t></a:t>
            </a:r>
            <a:r>
              <a:rPr sz="2400" spc="286" baseline="-69565" dirty="0">
                <a:solidFill>
                  <a:srgbClr val="000000"/>
                </a:solidFill>
                <a:latin typeface="Times New Roman"/>
                <a:cs typeface="Times New Roman"/>
              </a:rPr>
              <a:t> </a:t>
            </a:r>
            <a:r>
              <a:rPr sz="3150" baseline="-69565" dirty="0">
                <a:solidFill>
                  <a:srgbClr val="000000"/>
                </a:solidFill>
                <a:latin typeface="DLQIGQ+Calibri-Italic"/>
                <a:cs typeface="DLQIGQ+Calibri-Italic"/>
              </a:rPr>
              <a:t>a</a:t>
            </a:r>
          </a:p>
        </p:txBody>
      </p:sp>
      <p:sp>
        <p:nvSpPr>
          <p:cNvPr id="16" name="object 16"/>
          <p:cNvSpPr txBox="1"/>
          <p:nvPr/>
        </p:nvSpPr>
        <p:spPr>
          <a:xfrm>
            <a:off x="6457277" y="5816711"/>
            <a:ext cx="923726" cy="416458"/>
          </a:xfrm>
          <a:prstGeom prst="rect">
            <a:avLst/>
          </a:prstGeom>
        </p:spPr>
        <p:txBody>
          <a:bodyPr vert="horz" wrap="square" lIns="0" tIns="0" rIns="0" bIns="0" rtlCol="0">
            <a:spAutoFit/>
          </a:bodyPr>
          <a:lstStyle/>
          <a:p>
            <a:pPr marL="0" marR="0">
              <a:lnSpc>
                <a:spcPts val="2563"/>
              </a:lnSpc>
              <a:spcBef>
                <a:spcPts val="0"/>
              </a:spcBef>
              <a:spcAft>
                <a:spcPts val="0"/>
              </a:spcAft>
            </a:pPr>
            <a:r>
              <a:rPr sz="1600" dirty="0">
                <a:solidFill>
                  <a:srgbClr val="000000"/>
                </a:solidFill>
                <a:latin typeface="LIJFOD+Calibri"/>
                <a:cs typeface="LIJFOD+Calibri"/>
              </a:rPr>
              <a:t></a:t>
            </a:r>
            <a:r>
              <a:rPr sz="1600" spc="835" dirty="0">
                <a:solidFill>
                  <a:srgbClr val="000000"/>
                </a:solidFill>
                <a:latin typeface="Times New Roman"/>
                <a:cs typeface="Times New Roman"/>
              </a:rPr>
              <a:t> </a:t>
            </a:r>
            <a:r>
              <a:rPr sz="2100" spc="-104" dirty="0">
                <a:solidFill>
                  <a:srgbClr val="000000"/>
                </a:solidFill>
                <a:latin typeface="DLQIGQ+Calibri-Italic"/>
                <a:cs typeface="DLQIGQ+Calibri-Italic"/>
              </a:rPr>
              <a:t>s</a:t>
            </a:r>
            <a:r>
              <a:rPr sz="1600" dirty="0">
                <a:solidFill>
                  <a:srgbClr val="000000"/>
                </a:solidFill>
                <a:latin typeface="DLQIGQ+Calibri-Italic"/>
                <a:cs typeface="DLQIGQ+Calibri-Italic"/>
              </a:rPr>
              <a:t>tꢀ</a:t>
            </a:r>
            <a:r>
              <a:rPr sz="1600" dirty="0">
                <a:solidFill>
                  <a:srgbClr val="000000"/>
                </a:solidFill>
                <a:latin typeface="LIJFOD+Calibri"/>
                <a:cs typeface="LIJFOD+Calibri"/>
              </a:rPr>
              <a:t></a:t>
            </a:r>
          </a:p>
        </p:txBody>
      </p:sp>
      <p:sp>
        <p:nvSpPr>
          <p:cNvPr id="17" name="object 17"/>
          <p:cNvSpPr txBox="1"/>
          <p:nvPr/>
        </p:nvSpPr>
        <p:spPr>
          <a:xfrm>
            <a:off x="7376439" y="5811309"/>
            <a:ext cx="807563" cy="574259"/>
          </a:xfrm>
          <a:prstGeom prst="rect">
            <a:avLst/>
          </a:prstGeom>
        </p:spPr>
        <p:txBody>
          <a:bodyPr vert="horz" wrap="square" lIns="0" tIns="0" rIns="0" bIns="0" rtlCol="0">
            <a:spAutoFit/>
          </a:bodyPr>
          <a:lstStyle/>
          <a:p>
            <a:pPr marL="282575" marR="0">
              <a:lnSpc>
                <a:spcPts val="2100"/>
              </a:lnSpc>
              <a:spcBef>
                <a:spcPts val="0"/>
              </a:spcBef>
              <a:spcAft>
                <a:spcPts val="0"/>
              </a:spcAft>
            </a:pPr>
            <a:r>
              <a:rPr sz="2100" dirty="0">
                <a:solidFill>
                  <a:srgbClr val="000000"/>
                </a:solidFill>
                <a:latin typeface="FWHBOJ+Helvetica-Bold"/>
                <a:cs typeface="FWHBOJ+Helvetica-Bold"/>
              </a:rPr>
              <a:t>. . .</a:t>
            </a:r>
          </a:p>
          <a:p>
            <a:pPr marL="0" marR="0">
              <a:lnSpc>
                <a:spcPts val="1953"/>
              </a:lnSpc>
              <a:spcBef>
                <a:spcPts val="118"/>
              </a:spcBef>
              <a:spcAft>
                <a:spcPts val="0"/>
              </a:spcAft>
            </a:pPr>
            <a:r>
              <a:rPr sz="1600" dirty="0">
                <a:solidFill>
                  <a:srgbClr val="000000"/>
                </a:solidFill>
                <a:latin typeface="DLQIGQ+Calibri-Italic"/>
                <a:cs typeface="DLQIGQ+Calibri-Italic"/>
              </a:rPr>
              <a:t>t</a:t>
            </a:r>
            <a:r>
              <a:rPr sz="1600" spc="-36" dirty="0">
                <a:solidFill>
                  <a:srgbClr val="000000"/>
                </a:solidFill>
                <a:latin typeface="Times New Roman"/>
                <a:cs typeface="Times New Roman"/>
              </a:rPr>
              <a:t> </a:t>
            </a:r>
            <a:r>
              <a:rPr sz="1600" dirty="0">
                <a:solidFill>
                  <a:srgbClr val="000000"/>
                </a:solidFill>
                <a:latin typeface="LIJFOD+Calibri"/>
                <a:cs typeface="LIJFOD+Calibri"/>
              </a:rPr>
              <a:t></a:t>
            </a:r>
          </a:p>
        </p:txBody>
      </p:sp>
      <p:sp>
        <p:nvSpPr>
          <p:cNvPr id="18" name="object 18"/>
          <p:cNvSpPr txBox="1"/>
          <p:nvPr/>
        </p:nvSpPr>
        <p:spPr>
          <a:xfrm>
            <a:off x="2428202" y="5872273"/>
            <a:ext cx="310951" cy="419633"/>
          </a:xfrm>
          <a:prstGeom prst="rect">
            <a:avLst/>
          </a:prstGeom>
        </p:spPr>
        <p:txBody>
          <a:bodyPr vert="horz" wrap="square" lIns="0" tIns="0" rIns="0" bIns="0" rtlCol="0">
            <a:spAutoFit/>
          </a:bodyPr>
          <a:lstStyle/>
          <a:p>
            <a:pPr marL="0" marR="0">
              <a:lnSpc>
                <a:spcPts val="2563"/>
              </a:lnSpc>
              <a:spcBef>
                <a:spcPts val="0"/>
              </a:spcBef>
              <a:spcAft>
                <a:spcPts val="0"/>
              </a:spcAft>
            </a:pPr>
            <a:r>
              <a:rPr sz="2100" spc="-104" dirty="0">
                <a:solidFill>
                  <a:srgbClr val="000000"/>
                </a:solidFill>
                <a:latin typeface="DLQIGQ+Calibri-Italic"/>
                <a:cs typeface="DLQIGQ+Calibri-Italic"/>
              </a:rPr>
              <a:t>s</a:t>
            </a:r>
            <a:r>
              <a:rPr sz="2400" baseline="-27380" dirty="0">
                <a:solidFill>
                  <a:srgbClr val="000000"/>
                </a:solidFill>
                <a:latin typeface="DLQIGQ+Calibri-Italic"/>
                <a:cs typeface="DLQIGQ+Calibri-Italic"/>
              </a:rPr>
              <a:t>t</a:t>
            </a:r>
          </a:p>
        </p:txBody>
      </p:sp>
      <p:sp>
        <p:nvSpPr>
          <p:cNvPr id="19" name="object 19"/>
          <p:cNvSpPr txBox="1"/>
          <p:nvPr/>
        </p:nvSpPr>
        <p:spPr>
          <a:xfrm>
            <a:off x="2850477" y="5967523"/>
            <a:ext cx="322064" cy="418046"/>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DLQIGQ+Calibri-Italic"/>
                <a:cs typeface="DLQIGQ+Calibri-Italic"/>
              </a:rPr>
              <a:t>a</a:t>
            </a:r>
          </a:p>
          <a:p>
            <a:pPr marL="101600" marR="0">
              <a:lnSpc>
                <a:spcPts val="1953"/>
              </a:lnSpc>
              <a:spcBef>
                <a:spcPts val="0"/>
              </a:spcBef>
              <a:spcAft>
                <a:spcPts val="0"/>
              </a:spcAft>
            </a:pPr>
            <a:r>
              <a:rPr sz="1600" dirty="0">
                <a:solidFill>
                  <a:srgbClr val="000000"/>
                </a:solidFill>
                <a:latin typeface="DLQIGQ+Calibri-Italic"/>
                <a:cs typeface="DLQIGQ+Calibri-Italic"/>
              </a:rPr>
              <a:t>t</a:t>
            </a:r>
          </a:p>
        </p:txBody>
      </p:sp>
      <p:sp>
        <p:nvSpPr>
          <p:cNvPr id="20" name="object 20"/>
          <p:cNvSpPr txBox="1"/>
          <p:nvPr/>
        </p:nvSpPr>
        <p:spPr>
          <a:xfrm>
            <a:off x="7274839" y="5967523"/>
            <a:ext cx="289526" cy="363661"/>
          </a:xfrm>
          <a:prstGeom prst="rect">
            <a:avLst/>
          </a:prstGeom>
        </p:spPr>
        <p:txBody>
          <a:bodyPr vert="horz" wrap="square" lIns="0" tIns="0" rIns="0" bIns="0" rtlCol="0">
            <a:spAutoFit/>
          </a:bodyPr>
          <a:lstStyle/>
          <a:p>
            <a:pPr marL="0" marR="0">
              <a:lnSpc>
                <a:spcPts val="2563"/>
              </a:lnSpc>
              <a:spcBef>
                <a:spcPts val="0"/>
              </a:spcBef>
              <a:spcAft>
                <a:spcPts val="0"/>
              </a:spcAft>
            </a:pPr>
            <a:r>
              <a:rPr sz="2100" dirty="0">
                <a:solidFill>
                  <a:srgbClr val="000000"/>
                </a:solidFill>
                <a:latin typeface="DLQIGQ+Calibri-Italic"/>
                <a:cs typeface="DLQIGQ+Calibri-Italic"/>
              </a:rPr>
              <a:t>a</a:t>
            </a:r>
          </a:p>
        </p:txBody>
      </p:sp>
      <p:sp>
        <p:nvSpPr>
          <p:cNvPr id="21" name="object 21"/>
          <p:cNvSpPr txBox="1"/>
          <p:nvPr/>
        </p:nvSpPr>
        <p:spPr>
          <a:xfrm>
            <a:off x="4388764" y="6088309"/>
            <a:ext cx="471289"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000000"/>
                </a:solidFill>
                <a:latin typeface="DLQIGQ+Calibri-Italic"/>
                <a:cs typeface="DLQIGQ+Calibri-Italic"/>
              </a:rPr>
              <a:t>t</a:t>
            </a:r>
            <a:r>
              <a:rPr sz="1600" spc="-36" dirty="0">
                <a:solidFill>
                  <a:srgbClr val="000000"/>
                </a:solidFill>
                <a:latin typeface="Times New Roman"/>
                <a:cs typeface="Times New Roman"/>
              </a:rPr>
              <a:t> </a:t>
            </a:r>
            <a:r>
              <a:rPr sz="1600" dirty="0">
                <a:solidFill>
                  <a:srgbClr val="000000"/>
                </a:solidFill>
                <a:latin typeface="LIJFOD+Calibri"/>
                <a:cs typeface="LIJFOD+Calibri"/>
              </a:rPr>
              <a:t></a:t>
            </a:r>
          </a:p>
        </p:txBody>
      </p:sp>
      <p:sp>
        <p:nvSpPr>
          <p:cNvPr id="22" name="object 22"/>
          <p:cNvSpPr txBox="1"/>
          <p:nvPr/>
        </p:nvSpPr>
        <p:spPr>
          <a:xfrm>
            <a:off x="5919114" y="6088309"/>
            <a:ext cx="471289" cy="286146"/>
          </a:xfrm>
          <a:prstGeom prst="rect">
            <a:avLst/>
          </a:prstGeom>
        </p:spPr>
        <p:txBody>
          <a:bodyPr vert="horz" wrap="square" lIns="0" tIns="0" rIns="0" bIns="0" rtlCol="0">
            <a:spAutoFit/>
          </a:bodyPr>
          <a:lstStyle/>
          <a:p>
            <a:pPr marL="0" marR="0">
              <a:lnSpc>
                <a:spcPts val="1953"/>
              </a:lnSpc>
              <a:spcBef>
                <a:spcPts val="0"/>
              </a:spcBef>
              <a:spcAft>
                <a:spcPts val="0"/>
              </a:spcAft>
            </a:pPr>
            <a:r>
              <a:rPr sz="1600" dirty="0">
                <a:solidFill>
                  <a:srgbClr val="000000"/>
                </a:solidFill>
                <a:latin typeface="DLQIGQ+Calibri-Italic"/>
                <a:cs typeface="DLQIGQ+Calibri-Italic"/>
              </a:rPr>
              <a:t>t</a:t>
            </a:r>
            <a:r>
              <a:rPr sz="1600" spc="-36" dirty="0">
                <a:solidFill>
                  <a:srgbClr val="000000"/>
                </a:solidFill>
                <a:latin typeface="Times New Roman"/>
                <a:cs typeface="Times New Roman"/>
              </a:rPr>
              <a:t> </a:t>
            </a:r>
            <a:r>
              <a:rPr sz="1600" dirty="0">
                <a:solidFill>
                  <a:srgbClr val="000000"/>
                </a:solidFill>
                <a:latin typeface="LIJFOD+Calibri"/>
                <a:cs typeface="LIJFOD+Calibri"/>
              </a:rPr>
              <a:t></a:t>
            </a:r>
          </a:p>
        </p:txBody>
      </p:sp>
      <p:sp>
        <p:nvSpPr>
          <p:cNvPr id="23" name="object 23"/>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
        <p:nvSpPr>
          <p:cNvPr id="24" name="object 24"/>
          <p:cNvSpPr txBox="1"/>
          <p:nvPr/>
        </p:nvSpPr>
        <p:spPr>
          <a:xfrm>
            <a:off x="91440" y="6590718"/>
            <a:ext cx="2165412"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857279" y="129609"/>
            <a:ext cx="561543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2" dirty="0">
                <a:solidFill>
                  <a:srgbClr val="000000"/>
                </a:solidFill>
                <a:latin typeface="LIJFOD+Calibri"/>
                <a:cs typeface="LIJFOD+Calibri"/>
              </a:rPr>
              <a:t></a:t>
            </a:r>
          </a:p>
        </p:txBody>
      </p:sp>
      <p:sp>
        <p:nvSpPr>
          <p:cNvPr id="4" name="object 4"/>
          <p:cNvSpPr txBox="1"/>
          <p:nvPr/>
        </p:nvSpPr>
        <p:spPr>
          <a:xfrm>
            <a:off x="1446784" y="6161068"/>
            <a:ext cx="6448127"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u="sng" spc="-13" dirty="0">
                <a:solidFill>
                  <a:srgbClr val="0000FF"/>
                </a:solidFill>
                <a:latin typeface="LIJFOD+Calibri"/>
                <a:cs typeface="LIJFOD+Calibri"/>
              </a:rPr>
              <a:t></a:t>
            </a:r>
          </a:p>
        </p:txBody>
      </p:sp>
      <p:sp>
        <p:nvSpPr>
          <p:cNvPr id="5" name="object 5"/>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88888"/>
                </a:solidFill>
                <a:latin typeface="LIJFOD+Calibri"/>
                <a:cs typeface="LIJFOD+Calibri"/>
              </a:rPr>
              <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76852" y="129609"/>
            <a:ext cx="7397973"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5" dirty="0">
                <a:solidFill>
                  <a:srgbClr val="000000"/>
                </a:solidFill>
                <a:latin typeface="LIJFOD+Calibri"/>
                <a:cs typeface="LIJFOD+Calibri"/>
              </a:rPr>
              <a:t></a:t>
            </a:r>
          </a:p>
        </p:txBody>
      </p:sp>
      <p:sp>
        <p:nvSpPr>
          <p:cNvPr id="4" name="object 4"/>
          <p:cNvSpPr txBox="1"/>
          <p:nvPr/>
        </p:nvSpPr>
        <p:spPr>
          <a:xfrm>
            <a:off x="548640" y="1157367"/>
            <a:ext cx="6876395"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5" name="object 5"/>
          <p:cNvSpPr txBox="1"/>
          <p:nvPr/>
        </p:nvSpPr>
        <p:spPr>
          <a:xfrm>
            <a:off x="2148654" y="5325299"/>
            <a:ext cx="4937199" cy="839539"/>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p>
          <a:p>
            <a:pPr marL="850074" marR="0">
              <a:lnSpc>
                <a:spcPts val="2929"/>
              </a:lnSpc>
              <a:spcBef>
                <a:spcPts val="0"/>
              </a:spcBef>
              <a:spcAft>
                <a:spcPts val="0"/>
              </a:spcAft>
            </a:pPr>
            <a:r>
              <a:rPr sz="2400" u="sng" dirty="0">
                <a:solidFill>
                  <a:srgbClr val="0000FF"/>
                </a:solidFill>
                <a:latin typeface="LIJFOD+Calibri"/>
                <a:cs typeface="LIJFOD+Calibri"/>
              </a:rPr>
              <a:t></a:t>
            </a:r>
          </a:p>
        </p:txBody>
      </p:sp>
      <p:sp>
        <p:nvSpPr>
          <p:cNvPr id="6" name="object 6"/>
          <p:cNvSpPr txBox="1"/>
          <p:nvPr/>
        </p:nvSpPr>
        <p:spPr>
          <a:xfrm>
            <a:off x="1428310" y="6122968"/>
            <a:ext cx="6423273"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u="sng" spc="-14" dirty="0">
                <a:solidFill>
                  <a:srgbClr val="0000FF"/>
                </a:solidFill>
                <a:latin typeface="LIJFOD+Calibri"/>
                <a:cs typeface="LIJFOD+Calibri"/>
              </a:rPr>
              <a:t></a:t>
            </a:r>
          </a:p>
        </p:txBody>
      </p:sp>
      <p:sp>
        <p:nvSpPr>
          <p:cNvPr id="7" name="object 7"/>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90396" y="2518797"/>
            <a:ext cx="652784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54772" y="129609"/>
            <a:ext cx="660288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777240" y="1332736"/>
            <a:ext cx="6927171" cy="16913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457199" marR="0">
              <a:lnSpc>
                <a:spcPts val="2929"/>
              </a:lnSpc>
              <a:spcBef>
                <a:spcPts val="0"/>
              </a:spcBef>
              <a:spcAft>
                <a:spcPts val="0"/>
              </a:spcAft>
            </a:pPr>
            <a:r>
              <a:rPr sz="2400" dirty="0">
                <a:solidFill>
                  <a:srgbClr val="000000"/>
                </a:solidFill>
                <a:latin typeface="BUVCBA+ArialMT"/>
                <a:cs typeface="BUVCBA+ArialMT"/>
              </a:rPr>
              <a:t>ဓ</a:t>
            </a:r>
            <a:r>
              <a:rPr sz="2400" spc="315" dirty="0">
                <a:solidFill>
                  <a:srgbClr val="000000"/>
                </a:solidFill>
                <a:latin typeface="Times New Roman"/>
                <a:cs typeface="Times New Roman"/>
              </a:rPr>
              <a:t> </a:t>
            </a:r>
            <a:r>
              <a:rPr sz="2400" dirty="0">
                <a:solidFill>
                  <a:srgbClr val="000000"/>
                </a:solidFill>
                <a:latin typeface="LIJFOD+Calibri"/>
                <a:cs typeface="LIJFOD+Calibri"/>
              </a:rPr>
              <a:t></a:t>
            </a:r>
            <a:r>
              <a:rPr sz="2400" dirty="0">
                <a:solidFill>
                  <a:srgbClr val="FF0000"/>
                </a:solidFill>
                <a:latin typeface="QFNBRJ+Calibri-BoldItalic"/>
                <a:cs typeface="QFNBRJ+Calibri-BoldItalic"/>
              </a:rPr>
              <a:t>targetꢀfunction</a:t>
            </a:r>
          </a:p>
          <a:p>
            <a:pPr marL="0" marR="0">
              <a:lnSpc>
                <a:spcPts val="32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5" name="object 5"/>
          <p:cNvSpPr txBox="1"/>
          <p:nvPr/>
        </p:nvSpPr>
        <p:spPr>
          <a:xfrm>
            <a:off x="777240" y="2983736"/>
            <a:ext cx="7264182"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6" name="object 6"/>
          <p:cNvSpPr txBox="1"/>
          <p:nvPr/>
        </p:nvSpPr>
        <p:spPr>
          <a:xfrm>
            <a:off x="1120140" y="3326636"/>
            <a:ext cx="4379491" cy="472181"/>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p>
        </p:txBody>
      </p:sp>
      <p:sp>
        <p:nvSpPr>
          <p:cNvPr id="7" name="object 7"/>
          <p:cNvSpPr txBox="1"/>
          <p:nvPr/>
        </p:nvSpPr>
        <p:spPr>
          <a:xfrm>
            <a:off x="5303350" y="4415616"/>
            <a:ext cx="867056"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8" name="object 8"/>
          <p:cNvSpPr txBox="1"/>
          <p:nvPr/>
        </p:nvSpPr>
        <p:spPr>
          <a:xfrm>
            <a:off x="3573801" y="4446651"/>
            <a:ext cx="1374337" cy="1770272"/>
          </a:xfrm>
          <a:prstGeom prst="rect">
            <a:avLst/>
          </a:prstGeom>
        </p:spPr>
        <p:txBody>
          <a:bodyPr vert="horz" wrap="square" lIns="0" tIns="0" rIns="0" bIns="0" rtlCol="0">
            <a:spAutoFit/>
          </a:bodyPr>
          <a:lstStyle/>
          <a:p>
            <a:pPr marL="22838" marR="0">
              <a:lnSpc>
                <a:spcPts val="2197"/>
              </a:lnSpc>
              <a:spcBef>
                <a:spcPts val="0"/>
              </a:spcBef>
              <a:spcAft>
                <a:spcPts val="0"/>
              </a:spcAft>
            </a:pPr>
            <a:r>
              <a:rPr sz="1800" spc="-14" dirty="0">
                <a:solidFill>
                  <a:srgbClr val="000000"/>
                </a:solidFill>
                <a:latin typeface="LIJFOD+Calibri"/>
                <a:cs typeface="LIJFOD+Calibri"/>
              </a:rPr>
              <a:t></a:t>
            </a:r>
          </a:p>
          <a:p>
            <a:pPr marL="0" marR="0">
              <a:lnSpc>
                <a:spcPts val="2197"/>
              </a:lnSpc>
              <a:spcBef>
                <a:spcPts val="9244"/>
              </a:spcBef>
              <a:spcAft>
                <a:spcPts val="0"/>
              </a:spcAft>
            </a:pPr>
            <a:r>
              <a:rPr sz="1800" spc="-19" dirty="0">
                <a:solidFill>
                  <a:srgbClr val="000000"/>
                </a:solidFill>
                <a:latin typeface="LIJFOD+Calibri"/>
                <a:cs typeface="LIJFOD+Calibri"/>
              </a:rPr>
              <a:t></a:t>
            </a:r>
          </a:p>
        </p:txBody>
      </p:sp>
      <p:sp>
        <p:nvSpPr>
          <p:cNvPr id="9" name="object 9"/>
          <p:cNvSpPr txBox="1"/>
          <p:nvPr/>
        </p:nvSpPr>
        <p:spPr>
          <a:xfrm>
            <a:off x="2053346" y="5046012"/>
            <a:ext cx="1441512" cy="5838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LIJFOD+Calibri"/>
                <a:cs typeface="LIJFOD+Calibri"/>
              </a:rPr>
              <a:t></a:t>
            </a:r>
          </a:p>
        </p:txBody>
      </p:sp>
      <p:sp>
        <p:nvSpPr>
          <p:cNvPr id="10" name="object 10"/>
          <p:cNvSpPr txBox="1"/>
          <p:nvPr/>
        </p:nvSpPr>
        <p:spPr>
          <a:xfrm>
            <a:off x="5660151" y="5231591"/>
            <a:ext cx="1182886"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p:txBody>
      </p:sp>
      <p:sp>
        <p:nvSpPr>
          <p:cNvPr id="11" name="object 11"/>
          <p:cNvSpPr txBox="1"/>
          <p:nvPr/>
        </p:nvSpPr>
        <p:spPr>
          <a:xfrm>
            <a:off x="5309700" y="6053281"/>
            <a:ext cx="1356568" cy="583853"/>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LIJFOD+Calibri"/>
                <a:cs typeface="LIJFOD+Calibri"/>
              </a:rPr>
              <a:t></a:t>
            </a:r>
          </a:p>
        </p:txBody>
      </p:sp>
      <p:sp>
        <p:nvSpPr>
          <p:cNvPr id="12" name="object 12"/>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13" name="object 13"/>
          <p:cNvSpPr txBox="1"/>
          <p:nvPr/>
        </p:nvSpPr>
        <p:spPr>
          <a:xfrm>
            <a:off x="91440" y="6590718"/>
            <a:ext cx="2344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81125" y="129609"/>
            <a:ext cx="6632624"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25" dirty="0">
                <a:solidFill>
                  <a:srgbClr val="000000"/>
                </a:solidFill>
                <a:latin typeface="LIJFOD+Calibri"/>
                <a:cs typeface="LIJFOD+Calibri"/>
              </a:rPr>
              <a:t></a:t>
            </a:r>
          </a:p>
        </p:txBody>
      </p:sp>
      <p:sp>
        <p:nvSpPr>
          <p:cNvPr id="4" name="object 4"/>
          <p:cNvSpPr txBox="1"/>
          <p:nvPr/>
        </p:nvSpPr>
        <p:spPr>
          <a:xfrm>
            <a:off x="548640" y="1157367"/>
            <a:ext cx="7997392" cy="15120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a:p>
            <a:pPr marL="342899" marR="0">
              <a:lnSpc>
                <a:spcPts val="3800"/>
              </a:lnSpc>
              <a:spcBef>
                <a:spcPts val="0"/>
              </a:spcBef>
              <a:spcAft>
                <a:spcPts val="0"/>
              </a:spcAft>
            </a:pPr>
            <a:r>
              <a:rPr sz="3200" dirty="0">
                <a:solidFill>
                  <a:srgbClr val="000000"/>
                </a:solidFill>
                <a:latin typeface="LIJFOD+Calibri"/>
                <a:cs typeface="LIJFOD+Calibri"/>
              </a:rPr>
              <a:t></a:t>
            </a:r>
          </a:p>
          <a:p>
            <a:pPr marL="342899" marR="0">
              <a:lnSpc>
                <a:spcPts val="3900"/>
              </a:lnSpc>
              <a:spcBef>
                <a:spcPts val="0"/>
              </a:spcBef>
              <a:spcAft>
                <a:spcPts val="0"/>
              </a:spcAft>
            </a:pPr>
            <a:r>
              <a:rPr sz="3200" dirty="0">
                <a:solidFill>
                  <a:srgbClr val="000000"/>
                </a:solidFill>
                <a:latin typeface="LIJFOD+Calibri"/>
                <a:cs typeface="LIJFOD+Calibri"/>
              </a:rPr>
              <a:t></a:t>
            </a:r>
          </a:p>
        </p:txBody>
      </p:sp>
      <p:sp>
        <p:nvSpPr>
          <p:cNvPr id="5" name="object 5"/>
          <p:cNvSpPr txBox="1"/>
          <p:nvPr/>
        </p:nvSpPr>
        <p:spPr>
          <a:xfrm>
            <a:off x="1005839" y="2704336"/>
            <a:ext cx="7604746"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လဝလ</a:t>
            </a:r>
          </a:p>
        </p:txBody>
      </p:sp>
      <p:sp>
        <p:nvSpPr>
          <p:cNvPr id="6" name="object 6"/>
          <p:cNvSpPr txBox="1"/>
          <p:nvPr/>
        </p:nvSpPr>
        <p:spPr>
          <a:xfrm>
            <a:off x="1291590" y="3136136"/>
            <a:ext cx="4072508" cy="472181"/>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ဝ</a:t>
            </a:r>
          </a:p>
        </p:txBody>
      </p:sp>
      <p:sp>
        <p:nvSpPr>
          <p:cNvPr id="7" name="object 7"/>
          <p:cNvSpPr txBox="1"/>
          <p:nvPr/>
        </p:nvSpPr>
        <p:spPr>
          <a:xfrm>
            <a:off x="548640" y="3951367"/>
            <a:ext cx="7500447"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8" name="object 8"/>
          <p:cNvSpPr txBox="1"/>
          <p:nvPr/>
        </p:nvSpPr>
        <p:spPr>
          <a:xfrm>
            <a:off x="891539" y="4433967"/>
            <a:ext cx="4004667"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FF0000"/>
                </a:solidFill>
                <a:latin typeface="QFNBRJ+Calibri-BoldItalic"/>
                <a:cs typeface="QFNBRJ+Calibri-BoldItalic"/>
              </a:rPr>
              <a:t>collectiveꢀclassification</a:t>
            </a:r>
          </a:p>
        </p:txBody>
      </p:sp>
      <p:sp>
        <p:nvSpPr>
          <p:cNvPr id="9" name="object 9"/>
          <p:cNvSpPr txBox="1"/>
          <p:nvPr/>
        </p:nvSpPr>
        <p:spPr>
          <a:xfrm>
            <a:off x="548640" y="5221367"/>
            <a:ext cx="6957902"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10" name="object 10"/>
          <p:cNvSpPr txBox="1"/>
          <p:nvPr/>
        </p:nvSpPr>
        <p:spPr>
          <a:xfrm>
            <a:off x="891539" y="5716667"/>
            <a:ext cx="2988468"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FF0000"/>
                </a:solidFill>
                <a:latin typeface="QFNBRJ+Calibri-BoldItalic"/>
                <a:cs typeface="QFNBRJ+Calibri-BoldItalic"/>
              </a:rPr>
              <a:t>transferꢀlearning</a:t>
            </a:r>
          </a:p>
        </p:txBody>
      </p:sp>
      <p:sp>
        <p:nvSpPr>
          <p:cNvPr id="11" name="object 11"/>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12" name="object 12"/>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693193" y="129609"/>
            <a:ext cx="3910109"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IRWNGG+Calibri-Bold"/>
                <a:cs typeface="IRWNGG+Calibri-Bold"/>
              </a:rPr>
              <a:t></a:t>
            </a:r>
          </a:p>
        </p:txBody>
      </p:sp>
      <p:sp>
        <p:nvSpPr>
          <p:cNvPr id="4" name="object 4"/>
          <p:cNvSpPr txBox="1"/>
          <p:nvPr/>
        </p:nvSpPr>
        <p:spPr>
          <a:xfrm>
            <a:off x="548640" y="1157367"/>
            <a:ext cx="6942905" cy="10167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a:p>
            <a:pPr marL="342899" marR="0">
              <a:lnSpc>
                <a:spcPts val="3800"/>
              </a:lnSpc>
              <a:spcBef>
                <a:spcPts val="0"/>
              </a:spcBef>
              <a:spcAft>
                <a:spcPts val="0"/>
              </a:spcAft>
            </a:pPr>
            <a:r>
              <a:rPr sz="3200" dirty="0">
                <a:solidFill>
                  <a:srgbClr val="000000"/>
                </a:solidFill>
                <a:latin typeface="LIJFOD+Calibri"/>
                <a:cs typeface="LIJFOD+Calibri"/>
              </a:rPr>
              <a:t></a:t>
            </a:r>
          </a:p>
        </p:txBody>
      </p:sp>
      <p:sp>
        <p:nvSpPr>
          <p:cNvPr id="5" name="object 5"/>
          <p:cNvSpPr txBox="1"/>
          <p:nvPr/>
        </p:nvSpPr>
        <p:spPr>
          <a:xfrm>
            <a:off x="1005839" y="2221736"/>
            <a:ext cx="4123910"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6" name="object 6"/>
          <p:cNvSpPr txBox="1"/>
          <p:nvPr/>
        </p:nvSpPr>
        <p:spPr>
          <a:xfrm>
            <a:off x="548640" y="3252867"/>
            <a:ext cx="7602873" cy="534193"/>
          </a:xfrm>
          <a:prstGeom prst="rect">
            <a:avLst/>
          </a:prstGeom>
        </p:spPr>
        <p:txBody>
          <a:bodyPr vert="horz" wrap="square" lIns="0" tIns="0" rIns="0" bIns="0" rtlCol="0">
            <a:spAutoFit/>
          </a:bodyPr>
          <a:lstStyle/>
          <a:p>
            <a:pPr marL="0" marR="0">
              <a:lnSpc>
                <a:spcPts val="3906"/>
              </a:lnSpc>
              <a:spcBef>
                <a:spcPts val="0"/>
              </a:spcBef>
              <a:spcAft>
                <a:spcPts val="0"/>
              </a:spcAft>
            </a:pPr>
            <a:r>
              <a:rPr sz="3200" dirty="0">
                <a:solidFill>
                  <a:srgbClr val="000000"/>
                </a:solidFill>
                <a:latin typeface="BUVCBA+ArialMT"/>
                <a:cs typeface="BUVCBA+ArialMT"/>
              </a:rPr>
              <a:t>ဢ</a:t>
            </a:r>
            <a:r>
              <a:rPr sz="3200" spc="780" dirty="0">
                <a:solidFill>
                  <a:srgbClr val="000000"/>
                </a:solidFill>
                <a:latin typeface="Times New Roman"/>
                <a:cs typeface="Times New Roman"/>
              </a:rPr>
              <a:t> </a:t>
            </a:r>
            <a:r>
              <a:rPr sz="3200" dirty="0">
                <a:solidFill>
                  <a:srgbClr val="000000"/>
                </a:solidFill>
                <a:latin typeface="LIJFOD+Calibri"/>
                <a:cs typeface="LIJFOD+Calibri"/>
              </a:rPr>
              <a:t></a:t>
            </a:r>
          </a:p>
        </p:txBody>
      </p:sp>
      <p:sp>
        <p:nvSpPr>
          <p:cNvPr id="7" name="object 7"/>
          <p:cNvSpPr txBox="1"/>
          <p:nvPr/>
        </p:nvSpPr>
        <p:spPr>
          <a:xfrm>
            <a:off x="1005839" y="3821936"/>
            <a:ext cx="2700271" cy="15008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spc="-10" dirty="0">
                <a:solidFill>
                  <a:srgbClr val="000000"/>
                </a:solidFill>
                <a:latin typeface="IRWNGG+Calibri-Bold"/>
                <a:cs typeface="IRWNGG+Calibri-Bold"/>
              </a:rPr>
              <a:t></a:t>
            </a:r>
          </a:p>
          <a:p>
            <a:pPr marL="0" marR="0">
              <a:lnSpc>
                <a:spcPts val="3417"/>
              </a:lnSpc>
              <a:spcBef>
                <a:spcPts val="682"/>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dirty="0">
                <a:solidFill>
                  <a:srgbClr val="000000"/>
                </a:solidFill>
                <a:latin typeface="IRWNGG+Calibri-Bold"/>
                <a:cs typeface="IRWNGG+Calibri-Bold"/>
              </a:rPr>
              <a:t></a:t>
            </a:r>
          </a:p>
          <a:p>
            <a:pPr marL="0" marR="0">
              <a:lnSpc>
                <a:spcPts val="3417"/>
              </a:lnSpc>
              <a:spcBef>
                <a:spcPts val="582"/>
              </a:spcBef>
              <a:spcAft>
                <a:spcPts val="0"/>
              </a:spcAft>
            </a:pPr>
            <a:r>
              <a:rPr sz="2800" dirty="0">
                <a:solidFill>
                  <a:srgbClr val="000000"/>
                </a:solidFill>
                <a:latin typeface="BUVCBA+ArialMT"/>
                <a:cs typeface="BUVCBA+ArialMT"/>
              </a:rPr>
              <a:t>ဓ</a:t>
            </a:r>
            <a:r>
              <a:rPr sz="2800" dirty="0">
                <a:solidFill>
                  <a:srgbClr val="000000"/>
                </a:solidFill>
                <a:latin typeface="Times New Roman"/>
                <a:cs typeface="Times New Roman"/>
              </a:rPr>
              <a:t> </a:t>
            </a:r>
            <a:r>
              <a:rPr sz="2800" spc="-14" dirty="0">
                <a:solidFill>
                  <a:srgbClr val="000000"/>
                </a:solidFill>
                <a:latin typeface="IRWNGG+Calibri-Bold"/>
                <a:cs typeface="IRWNGG+Calibri-Bold"/>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9" name="object 9"/>
          <p:cNvSpPr txBox="1"/>
          <p:nvPr/>
        </p:nvSpPr>
        <p:spPr>
          <a:xfrm>
            <a:off x="91440" y="6590718"/>
            <a:ext cx="224102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766349" y="129609"/>
            <a:ext cx="7818710"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15" dirty="0">
                <a:solidFill>
                  <a:srgbClr val="000000"/>
                </a:solidFill>
                <a:latin typeface="LIJFOD+Calibri"/>
                <a:cs typeface="LIJFOD+Calibri"/>
              </a:rPr>
              <a:t></a:t>
            </a:r>
          </a:p>
        </p:txBody>
      </p:sp>
      <p:sp>
        <p:nvSpPr>
          <p:cNvPr id="4" name="object 4"/>
          <p:cNvSpPr txBox="1"/>
          <p:nvPr/>
        </p:nvSpPr>
        <p:spPr>
          <a:xfrm>
            <a:off x="777240" y="1353274"/>
            <a:ext cx="2576604" cy="620737"/>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5" name="object 5"/>
          <p:cNvSpPr txBox="1"/>
          <p:nvPr/>
        </p:nvSpPr>
        <p:spPr>
          <a:xfrm>
            <a:off x="1234440" y="1936259"/>
            <a:ext cx="1971441"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6" name="object 6"/>
          <p:cNvSpPr txBox="1"/>
          <p:nvPr/>
        </p:nvSpPr>
        <p:spPr>
          <a:xfrm>
            <a:off x="777240" y="2215659"/>
            <a:ext cx="4016722" cy="2869852"/>
          </a:xfrm>
          <a:prstGeom prst="rect">
            <a:avLst/>
          </a:prstGeom>
        </p:spPr>
        <p:txBody>
          <a:bodyPr vert="horz" wrap="square" lIns="0" tIns="0" rIns="0" bIns="0" rtlCol="0">
            <a:spAutoFit/>
          </a:bodyPr>
          <a:lstStyle/>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300"/>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457199"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457199"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400"/>
              </a:lnSpc>
              <a:spcBef>
                <a:spcPts val="12"/>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457199"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300"/>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7" name="object 7"/>
          <p:cNvSpPr txBox="1"/>
          <p:nvPr/>
        </p:nvSpPr>
        <p:spPr>
          <a:xfrm>
            <a:off x="1234440" y="5047759"/>
            <a:ext cx="2168266" cy="317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8" name="object 8"/>
          <p:cNvSpPr txBox="1"/>
          <p:nvPr/>
        </p:nvSpPr>
        <p:spPr>
          <a:xfrm>
            <a:off x="1234440" y="5314459"/>
            <a:ext cx="4594560" cy="8759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10" name="object 10"/>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630648" y="8624"/>
            <a:ext cx="6203255" cy="1267817"/>
          </a:xfrm>
          <a:prstGeom prst="rect">
            <a:avLst/>
          </a:prstGeom>
        </p:spPr>
        <p:txBody>
          <a:bodyPr vert="horz" wrap="square" lIns="0" tIns="0" rIns="0" bIns="0" rtlCol="0">
            <a:spAutoFit/>
          </a:bodyPr>
          <a:lstStyle/>
          <a:p>
            <a:pPr marL="0" marR="0">
              <a:lnSpc>
                <a:spcPts val="4882"/>
              </a:lnSpc>
              <a:spcBef>
                <a:spcPts val="0"/>
              </a:spcBef>
              <a:spcAft>
                <a:spcPts val="0"/>
              </a:spcAft>
            </a:pPr>
            <a:r>
              <a:rPr sz="4000" spc="-15" dirty="0">
                <a:solidFill>
                  <a:srgbClr val="000000"/>
                </a:solidFill>
                <a:latin typeface="LIJFOD+Calibri"/>
                <a:cs typeface="LIJFOD+Calibri"/>
              </a:rPr>
              <a:t></a:t>
            </a:r>
          </a:p>
          <a:p>
            <a:pPr marL="1816544" marR="0">
              <a:lnSpc>
                <a:spcPts val="4800"/>
              </a:lnSpc>
              <a:spcBef>
                <a:spcPts val="0"/>
              </a:spcBef>
              <a:spcAft>
                <a:spcPts val="0"/>
              </a:spcAft>
            </a:pPr>
            <a:r>
              <a:rPr sz="4000" dirty="0">
                <a:solidFill>
                  <a:srgbClr val="000000"/>
                </a:solidFill>
                <a:latin typeface="LIJFOD+Calibri"/>
                <a:cs typeface="LIJFOD+Calibri"/>
              </a:rPr>
              <a:t></a:t>
            </a:r>
          </a:p>
        </p:txBody>
      </p:sp>
      <p:sp>
        <p:nvSpPr>
          <p:cNvPr id="4" name="object 4"/>
          <p:cNvSpPr txBox="1"/>
          <p:nvPr/>
        </p:nvSpPr>
        <p:spPr>
          <a:xfrm>
            <a:off x="548640" y="1127105"/>
            <a:ext cx="2616696"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5" name="object 5"/>
          <p:cNvSpPr txBox="1"/>
          <p:nvPr/>
        </p:nvSpPr>
        <p:spPr>
          <a:xfrm>
            <a:off x="548640" y="1518374"/>
            <a:ext cx="3303880" cy="1427658"/>
          </a:xfrm>
          <a:prstGeom prst="rect">
            <a:avLst/>
          </a:prstGeom>
        </p:spPr>
        <p:txBody>
          <a:bodyPr vert="horz" wrap="square" lIns="0" tIns="0" rIns="0" bIns="0" rtlCol="0">
            <a:spAutoFit/>
          </a:bodyPr>
          <a:lstStyle/>
          <a:p>
            <a:pPr marL="457199"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spc="-10" dirty="0">
                <a:solidFill>
                  <a:srgbClr val="000000"/>
                </a:solidFill>
                <a:latin typeface="LIJFOD+Calibri"/>
                <a:cs typeface="LIJFOD+Calibri"/>
              </a:rPr>
              <a:t></a:t>
            </a:r>
          </a:p>
          <a:p>
            <a:pPr marL="457199" marR="0">
              <a:lnSpc>
                <a:spcPts val="2441"/>
              </a:lnSpc>
              <a:spcBef>
                <a:spcPts val="158"/>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929"/>
              </a:lnSpc>
              <a:spcBef>
                <a:spcPts val="277"/>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457199" marR="0">
              <a:lnSpc>
                <a:spcPts val="2441"/>
              </a:lnSpc>
              <a:spcBef>
                <a:spcPts val="251"/>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6" name="object 6"/>
          <p:cNvSpPr txBox="1"/>
          <p:nvPr/>
        </p:nvSpPr>
        <p:spPr>
          <a:xfrm>
            <a:off x="1005839" y="2928074"/>
            <a:ext cx="1927276"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7" name="object 7"/>
          <p:cNvSpPr txBox="1"/>
          <p:nvPr/>
        </p:nvSpPr>
        <p:spPr>
          <a:xfrm>
            <a:off x="548640" y="3273405"/>
            <a:ext cx="3734864" cy="2479327"/>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457199" marR="0">
              <a:lnSpc>
                <a:spcPts val="2441"/>
              </a:lnSpc>
              <a:spcBef>
                <a:spcPts val="151"/>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441"/>
              </a:lnSpc>
              <a:spcBef>
                <a:spcPts val="158"/>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929"/>
              </a:lnSpc>
              <a:spcBef>
                <a:spcPts val="277"/>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457199" marR="0">
              <a:lnSpc>
                <a:spcPts val="2441"/>
              </a:lnSpc>
              <a:spcBef>
                <a:spcPts val="151"/>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441"/>
              </a:lnSpc>
              <a:spcBef>
                <a:spcPts val="258"/>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457199" marR="0">
              <a:lnSpc>
                <a:spcPts val="2441"/>
              </a:lnSpc>
              <a:spcBef>
                <a:spcPts val="158"/>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9" name="object 9"/>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356673" y="129609"/>
            <a:ext cx="2609428"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spc="-23" dirty="0">
                <a:solidFill>
                  <a:srgbClr val="000000"/>
                </a:solidFill>
                <a:latin typeface="IRWNGG+Calibri-Bold"/>
                <a:cs typeface="IRWNGG+Calibri-Bold"/>
              </a:rPr>
              <a:t></a:t>
            </a:r>
          </a:p>
        </p:txBody>
      </p:sp>
      <p:sp>
        <p:nvSpPr>
          <p:cNvPr id="4" name="object 4"/>
          <p:cNvSpPr txBox="1"/>
          <p:nvPr/>
        </p:nvSpPr>
        <p:spPr>
          <a:xfrm>
            <a:off x="548640" y="1078736"/>
            <a:ext cx="1789128"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5" name="object 5"/>
          <p:cNvSpPr txBox="1"/>
          <p:nvPr/>
        </p:nvSpPr>
        <p:spPr>
          <a:xfrm>
            <a:off x="548640" y="1510536"/>
            <a:ext cx="3444872" cy="38884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2"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0" marR="0">
              <a:lnSpc>
                <a:spcPts val="33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4"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1" dirty="0">
                <a:solidFill>
                  <a:srgbClr val="000000"/>
                </a:solidFill>
                <a:latin typeface="LIJFOD+Calibri"/>
                <a:cs typeface="LIJFOD+Calibri"/>
              </a:rPr>
              <a:t></a:t>
            </a:r>
          </a:p>
          <a:p>
            <a:pPr marL="0" marR="0">
              <a:lnSpc>
                <a:spcPts val="3400"/>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spc="-17" dirty="0">
                <a:solidFill>
                  <a:srgbClr val="000000"/>
                </a:solidFill>
                <a:latin typeface="LIJFOD+Calibri"/>
                <a:cs typeface="LIJFOD+Calibri"/>
              </a:rPr>
              <a:t></a:t>
            </a:r>
          </a:p>
        </p:txBody>
      </p:sp>
      <p:sp>
        <p:nvSpPr>
          <p:cNvPr id="6" name="object 6"/>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7" name="object 7"/>
          <p:cNvSpPr txBox="1"/>
          <p:nvPr/>
        </p:nvSpPr>
        <p:spPr>
          <a:xfrm>
            <a:off x="91440" y="6590718"/>
            <a:ext cx="224102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945130" y="129609"/>
            <a:ext cx="3418706"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C0504D"/>
                </a:solidFill>
                <a:latin typeface="IRWNGG+Calibri-Bold"/>
                <a:cs typeface="IRWNGG+Calibri-Bold"/>
              </a:rPr>
              <a:t></a:t>
            </a:r>
          </a:p>
        </p:txBody>
      </p:sp>
      <p:sp>
        <p:nvSpPr>
          <p:cNvPr id="4" name="object 4"/>
          <p:cNvSpPr txBox="1"/>
          <p:nvPr/>
        </p:nvSpPr>
        <p:spPr>
          <a:xfrm>
            <a:off x="369582" y="1482705"/>
            <a:ext cx="8468634" cy="1383862"/>
          </a:xfrm>
          <a:prstGeom prst="rect">
            <a:avLst/>
          </a:prstGeom>
        </p:spPr>
        <p:txBody>
          <a:bodyPr vert="horz" wrap="square" lIns="0" tIns="0" rIns="0" bIns="0" rtlCol="0">
            <a:spAutoFit/>
          </a:bodyPr>
          <a:lstStyle/>
          <a:p>
            <a:pPr marL="966457"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966457" marR="0">
              <a:lnSpc>
                <a:spcPts val="2929"/>
              </a:lnSpc>
              <a:spcBef>
                <a:spcPts val="57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0" marR="0">
              <a:lnSpc>
                <a:spcPts val="2929"/>
              </a:lnSpc>
              <a:spcBef>
                <a:spcPts val="570"/>
              </a:spcBef>
              <a:spcAft>
                <a:spcPts val="0"/>
              </a:spcAft>
            </a:pPr>
            <a:r>
              <a:rPr sz="2400" dirty="0">
                <a:solidFill>
                  <a:srgbClr val="000000"/>
                </a:solidFill>
                <a:latin typeface="LIJFOD+Calibri"/>
                <a:cs typeface="LIJFOD+Calibri"/>
              </a:rPr>
              <a:t></a:t>
            </a:r>
            <a:r>
              <a:rPr sz="2400" spc="2213" dirty="0">
                <a:solidFill>
                  <a:srgbClr val="000000"/>
                </a:solidFill>
                <a:latin typeface="Times New Roman"/>
                <a:cs typeface="Times New Roman"/>
              </a:rPr>
              <a:t> </a:t>
            </a: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5" name="object 5"/>
          <p:cNvSpPr txBox="1"/>
          <p:nvPr/>
        </p:nvSpPr>
        <p:spPr>
          <a:xfrm>
            <a:off x="1336040" y="2803505"/>
            <a:ext cx="6218804" cy="8546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a:p>
            <a:pPr marL="0" marR="0">
              <a:lnSpc>
                <a:spcPts val="2929"/>
              </a:lnSpc>
              <a:spcBef>
                <a:spcPts val="57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6" name="object 6"/>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7" name="object 7"/>
          <p:cNvSpPr txBox="1"/>
          <p:nvPr/>
        </p:nvSpPr>
        <p:spPr>
          <a:xfrm>
            <a:off x="91440" y="6590718"/>
            <a:ext cx="2762014"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934243" y="129609"/>
            <a:ext cx="7430325"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548640" y="1154936"/>
            <a:ext cx="7681646" cy="4721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p:txBody>
      </p:sp>
      <p:sp>
        <p:nvSpPr>
          <p:cNvPr id="5" name="object 5"/>
          <p:cNvSpPr txBox="1"/>
          <p:nvPr/>
        </p:nvSpPr>
        <p:spPr>
          <a:xfrm>
            <a:off x="891539" y="1586736"/>
            <a:ext cx="7746404" cy="472181"/>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LIJFOD+Calibri"/>
                <a:cs typeface="LIJFOD+Calibri"/>
              </a:rPr>
              <a:t></a:t>
            </a:r>
          </a:p>
        </p:txBody>
      </p:sp>
      <p:sp>
        <p:nvSpPr>
          <p:cNvPr id="6" name="object 6"/>
          <p:cNvSpPr txBox="1"/>
          <p:nvPr/>
        </p:nvSpPr>
        <p:spPr>
          <a:xfrm>
            <a:off x="548640" y="2602736"/>
            <a:ext cx="8115467" cy="13357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342899" marR="0">
              <a:lnSpc>
                <a:spcPts val="3400"/>
              </a:lnSpc>
              <a:spcBef>
                <a:spcPts val="0"/>
              </a:spcBef>
              <a:spcAft>
                <a:spcPts val="0"/>
              </a:spcAft>
            </a:pPr>
            <a:r>
              <a:rPr sz="2800" dirty="0">
                <a:solidFill>
                  <a:srgbClr val="000000"/>
                </a:solidFill>
                <a:latin typeface="LIJFOD+Calibri"/>
                <a:cs typeface="LIJFOD+Calibri"/>
              </a:rPr>
              <a:t></a:t>
            </a:r>
          </a:p>
          <a:p>
            <a:pPr marL="342899" marR="0">
              <a:lnSpc>
                <a:spcPts val="3400"/>
              </a:lnSpc>
              <a:spcBef>
                <a:spcPts val="0"/>
              </a:spcBef>
              <a:spcAft>
                <a:spcPts val="0"/>
              </a:spcAft>
            </a:pPr>
            <a:r>
              <a:rPr sz="2800" dirty="0">
                <a:solidFill>
                  <a:srgbClr val="000000"/>
                </a:solidFill>
                <a:latin typeface="LIJFOD+Calibri"/>
                <a:cs typeface="LIJFOD+Calibri"/>
              </a:rPr>
              <a:t></a:t>
            </a:r>
          </a:p>
        </p:txBody>
      </p:sp>
      <p:sp>
        <p:nvSpPr>
          <p:cNvPr id="7" name="object 7"/>
          <p:cNvSpPr txBox="1"/>
          <p:nvPr/>
        </p:nvSpPr>
        <p:spPr>
          <a:xfrm>
            <a:off x="548640" y="4482336"/>
            <a:ext cx="8201784" cy="1323082"/>
          </a:xfrm>
          <a:prstGeom prst="rect">
            <a:avLst/>
          </a:prstGeom>
        </p:spPr>
        <p:txBody>
          <a:bodyPr vert="horz" wrap="square" lIns="0" tIns="0" rIns="0" bIns="0" rtlCol="0">
            <a:spAutoFit/>
          </a:bodyPr>
          <a:lstStyle/>
          <a:p>
            <a:pPr marL="0" marR="0">
              <a:lnSpc>
                <a:spcPts val="3417"/>
              </a:lnSpc>
              <a:spcBef>
                <a:spcPts val="0"/>
              </a:spcBef>
              <a:spcAft>
                <a:spcPts val="0"/>
              </a:spcAft>
            </a:pPr>
            <a:r>
              <a:rPr sz="2800" dirty="0">
                <a:solidFill>
                  <a:srgbClr val="000000"/>
                </a:solidFill>
                <a:latin typeface="BUVCBA+ArialMT"/>
                <a:cs typeface="BUVCBA+ArialMT"/>
              </a:rPr>
              <a:t>ဢ</a:t>
            </a:r>
            <a:r>
              <a:rPr sz="2800" spc="1020" dirty="0">
                <a:solidFill>
                  <a:srgbClr val="000000"/>
                </a:solidFill>
                <a:latin typeface="Times New Roman"/>
                <a:cs typeface="Times New Roman"/>
              </a:rPr>
              <a:t> </a:t>
            </a:r>
            <a:r>
              <a:rPr sz="2800" dirty="0">
                <a:solidFill>
                  <a:srgbClr val="000000"/>
                </a:solidFill>
                <a:latin typeface="LIJFOD+Calibri"/>
                <a:cs typeface="LIJFOD+Calibri"/>
              </a:rPr>
              <a:t></a:t>
            </a:r>
          </a:p>
          <a:p>
            <a:pPr marL="342899" marR="0">
              <a:lnSpc>
                <a:spcPts val="3400"/>
              </a:lnSpc>
              <a:spcBef>
                <a:spcPts val="0"/>
              </a:spcBef>
              <a:spcAft>
                <a:spcPts val="0"/>
              </a:spcAft>
            </a:pPr>
            <a:r>
              <a:rPr sz="2800" dirty="0">
                <a:solidFill>
                  <a:srgbClr val="000000"/>
                </a:solidFill>
                <a:latin typeface="LIJFOD+Calibri"/>
                <a:cs typeface="LIJFOD+Calibri"/>
              </a:rPr>
              <a:t></a:t>
            </a:r>
          </a:p>
          <a:p>
            <a:pPr marL="342899" marR="0">
              <a:lnSpc>
                <a:spcPts val="3300"/>
              </a:lnSpc>
              <a:spcBef>
                <a:spcPts val="0"/>
              </a:spcBef>
              <a:spcAft>
                <a:spcPts val="0"/>
              </a:spcAft>
            </a:pPr>
            <a:r>
              <a:rPr sz="2800" dirty="0">
                <a:solidFill>
                  <a:srgbClr val="000000"/>
                </a:solidFill>
                <a:latin typeface="LIJFOD+Calibri"/>
                <a:cs typeface="LIJFOD+Calibri"/>
              </a:rPr>
              <a:t></a:t>
            </a:r>
          </a:p>
        </p:txBody>
      </p:sp>
      <p:sp>
        <p:nvSpPr>
          <p:cNvPr id="8" name="object 8"/>
          <p:cNvSpPr txBox="1"/>
          <p:nvPr/>
        </p:nvSpPr>
        <p:spPr>
          <a:xfrm>
            <a:off x="4494212"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9" name="object 9"/>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41D2D7F-4146-B636-17A7-50F582F0FD3B}"/>
              </a:ext>
            </a:extLst>
          </p:cNvPr>
          <p:cNvSpPr>
            <a:spLocks noGrp="1"/>
          </p:cNvSpPr>
          <p:nvPr>
            <p:ph type="title"/>
          </p:nvPr>
        </p:nvSpPr>
        <p:spPr>
          <a:xfrm>
            <a:off x="395288" y="-171450"/>
            <a:ext cx="8229600" cy="1046163"/>
          </a:xfrm>
        </p:spPr>
        <p:txBody>
          <a:bodyPr/>
          <a:lstStyle/>
          <a:p>
            <a:pPr algn="ctr" eaLnBrk="1" hangingPunct="1"/>
            <a:br>
              <a:rPr lang="en-US" altLang="en-US"/>
            </a:br>
            <a:r>
              <a:rPr lang="en-US" altLang="en-US" sz="2400" b="1" i="0">
                <a:solidFill>
                  <a:srgbClr val="FF0000"/>
                </a:solidFill>
              </a:rPr>
              <a:t>Which Topics Deserve More Coverage</a:t>
            </a:r>
            <a:br>
              <a:rPr lang="en-US" altLang="en-US" sz="2400" b="1" i="0">
                <a:solidFill>
                  <a:srgbClr val="FF0000"/>
                </a:solidFill>
              </a:rPr>
            </a:br>
            <a:r>
              <a:rPr lang="en-US" altLang="en-US" sz="2400" b="1" i="0">
                <a:solidFill>
                  <a:srgbClr val="FF0000"/>
                </a:solidFill>
              </a:rPr>
              <a:t>—if we had more time?</a:t>
            </a:r>
          </a:p>
        </p:txBody>
      </p:sp>
      <p:sp>
        <p:nvSpPr>
          <p:cNvPr id="25603" name="Content Placeholder 2">
            <a:extLst>
              <a:ext uri="{FF2B5EF4-FFF2-40B4-BE49-F238E27FC236}">
                <a16:creationId xmlns:a16="http://schemas.microsoft.com/office/drawing/2014/main" id="{55557527-2F8B-79A1-6EC8-D5D4A6A5FFA6}"/>
              </a:ext>
            </a:extLst>
          </p:cNvPr>
          <p:cNvSpPr>
            <a:spLocks noGrp="1"/>
          </p:cNvSpPr>
          <p:nvPr>
            <p:ph idx="1"/>
          </p:nvPr>
        </p:nvSpPr>
        <p:spPr>
          <a:xfrm>
            <a:off x="323850" y="1071563"/>
            <a:ext cx="8569325" cy="4795837"/>
          </a:xfrm>
        </p:spPr>
        <p:txBody>
          <a:bodyPr/>
          <a:lstStyle/>
          <a:p>
            <a:pPr eaLnBrk="1" hangingPunct="1"/>
            <a:r>
              <a:rPr lang="en-US" altLang="en-US"/>
              <a:t>Graphical Models/Belief Networks (just ran out of time)</a:t>
            </a:r>
          </a:p>
          <a:p>
            <a:pPr eaLnBrk="1" hangingPunct="1"/>
            <a:r>
              <a:rPr lang="en-US" altLang="en-US"/>
              <a:t>More on Adaptive Systems</a:t>
            </a:r>
          </a:p>
          <a:p>
            <a:pPr eaLnBrk="1" hangingPunct="1"/>
            <a:r>
              <a:rPr lang="en-US" altLang="en-US"/>
              <a:t>Learning Theory</a:t>
            </a:r>
          </a:p>
          <a:p>
            <a:pPr eaLnBrk="1" hangingPunct="1"/>
            <a:r>
              <a:rPr lang="en-US" altLang="en-US"/>
              <a:t>More on Clustering and Association Analysis</a:t>
            </a:r>
            <a:r>
              <a:rPr lang="en-US" altLang="en-US">
                <a:solidFill>
                  <a:srgbClr val="00B050"/>
                </a:solidFill>
                <a:sym typeface="Wingdings" pitchFamily="2" charset="2"/>
              </a:rPr>
              <a:t>covered by Data Mining Course</a:t>
            </a:r>
          </a:p>
          <a:p>
            <a:pPr eaLnBrk="1" hangingPunct="1"/>
            <a:r>
              <a:rPr lang="en-US" altLang="en-US">
                <a:sym typeface="Wingdings" pitchFamily="2" charset="2"/>
              </a:rPr>
              <a:t>More on Feature Selection, Feature Creation </a:t>
            </a:r>
          </a:p>
          <a:p>
            <a:pPr eaLnBrk="1" hangingPunct="1"/>
            <a:r>
              <a:rPr lang="en-US" altLang="en-US">
                <a:sym typeface="Wingdings" pitchFamily="2" charset="2"/>
              </a:rPr>
              <a:t>More on Prediction </a:t>
            </a:r>
          </a:p>
          <a:p>
            <a:pPr eaLnBrk="1" hangingPunct="1"/>
            <a:r>
              <a:rPr lang="en-US" altLang="en-US">
                <a:sym typeface="Wingdings" pitchFamily="2" charset="2"/>
              </a:rPr>
              <a:t>Possibly: More depth coverage of optimization techniques, neural networks, hidden Markov models, how to conduct a machine learning experiment, comparing machine learning algorithms,…</a:t>
            </a:r>
            <a:endParaRPr lang="en-US" altLang="en-US"/>
          </a:p>
          <a:p>
            <a:pPr eaLnBrk="1" hangingPunct="1"/>
            <a:endParaRPr lang="en-US" altLang="en-US" sz="2000" b="1"/>
          </a:p>
        </p:txBody>
      </p:sp>
      <p:sp>
        <p:nvSpPr>
          <p:cNvPr id="4" name="Footer Placeholder 3">
            <a:extLst>
              <a:ext uri="{FF2B5EF4-FFF2-40B4-BE49-F238E27FC236}">
                <a16:creationId xmlns:a16="http://schemas.microsoft.com/office/drawing/2014/main" id="{41B6BEAF-9674-07AB-B3DD-648A21482404}"/>
              </a:ext>
            </a:extLst>
          </p:cNvPr>
          <p:cNvSpPr>
            <a:spLocks noGrp="1"/>
          </p:cNvSpPr>
          <p:nvPr>
            <p:ph type="ftr" sz="quarter" idx="10"/>
          </p:nvPr>
        </p:nvSpPr>
        <p:spPr/>
        <p:txBody>
          <a:bodyPr/>
          <a:lstStyle/>
          <a:p>
            <a:pPr>
              <a:defRPr/>
            </a:pPr>
            <a:r>
              <a:rPr lang="en-US"/>
              <a:t>Alpydin &amp; Ch. Eick: ML Topic1</a:t>
            </a:r>
            <a:endParaRPr lang="tr-TR"/>
          </a:p>
        </p:txBody>
      </p:sp>
      <p:sp>
        <p:nvSpPr>
          <p:cNvPr id="25605" name="Slide Number Placeholder 4">
            <a:extLst>
              <a:ext uri="{FF2B5EF4-FFF2-40B4-BE49-F238E27FC236}">
                <a16:creationId xmlns:a16="http://schemas.microsoft.com/office/drawing/2014/main" id="{BAB11799-837E-EB8C-284C-EEC3A5C508F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EB09B4A2-90F3-8046-8B7A-0063D0F8C8BA}" type="slidenum">
              <a:rPr lang="tr-TR" altLang="en-US" sz="1400"/>
              <a:pPr eaLnBrk="1" hangingPunct="1"/>
              <a:t>53</a:t>
            </a:fld>
            <a:endParaRPr lang="tr-TR" altLang="en-US" sz="1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542381" y="2183517"/>
            <a:ext cx="4211636" cy="1393328"/>
          </a:xfrm>
          <a:prstGeom prst="rect">
            <a:avLst/>
          </a:prstGeom>
        </p:spPr>
        <p:txBody>
          <a:bodyPr vert="horz" wrap="square" lIns="0" tIns="0" rIns="0" bIns="0" rtlCol="0">
            <a:spAutoFit/>
          </a:bodyPr>
          <a:lstStyle/>
          <a:p>
            <a:pPr marL="101155" marR="0">
              <a:lnSpc>
                <a:spcPts val="5371"/>
              </a:lnSpc>
              <a:spcBef>
                <a:spcPts val="0"/>
              </a:spcBef>
              <a:spcAft>
                <a:spcPts val="0"/>
              </a:spcAft>
            </a:pPr>
            <a:r>
              <a:rPr sz="4400" dirty="0">
                <a:solidFill>
                  <a:srgbClr val="000000"/>
                </a:solidFill>
                <a:latin typeface="LIJFOD+Calibri"/>
                <a:cs typeface="LIJFOD+Calibri"/>
              </a:rPr>
              <a:t></a:t>
            </a:r>
          </a:p>
          <a:p>
            <a:pPr marL="0" marR="0">
              <a:lnSpc>
                <a:spcPts val="5300"/>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1374489" y="129609"/>
            <a:ext cx="6550223"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777240" y="1340574"/>
            <a:ext cx="1108941"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5" name="object 5"/>
          <p:cNvSpPr txBox="1"/>
          <p:nvPr/>
        </p:nvSpPr>
        <p:spPr>
          <a:xfrm>
            <a:off x="777240" y="1644159"/>
            <a:ext cx="3258729" cy="908174"/>
          </a:xfrm>
          <a:prstGeom prst="rect">
            <a:avLst/>
          </a:prstGeom>
        </p:spPr>
        <p:txBody>
          <a:bodyPr vert="horz" wrap="square" lIns="0" tIns="0" rIns="0" bIns="0" rtlCol="0">
            <a:spAutoFit/>
          </a:bodyPr>
          <a:lstStyle/>
          <a:p>
            <a:pPr marL="457199"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p>
          <a:p>
            <a:pPr marL="457199"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p>
          <a:p>
            <a:pPr marL="0" marR="0">
              <a:lnSpc>
                <a:spcPts val="2400"/>
              </a:lnSpc>
              <a:spcBef>
                <a:spcPts val="12"/>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6" name="object 6"/>
          <p:cNvSpPr txBox="1"/>
          <p:nvPr/>
        </p:nvSpPr>
        <p:spPr>
          <a:xfrm>
            <a:off x="1234440" y="2507759"/>
            <a:ext cx="5107000" cy="11299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spc="-40" dirty="0">
                <a:solidFill>
                  <a:srgbClr val="000000"/>
                </a:solidFill>
                <a:latin typeface="Times New Roman"/>
                <a:cs typeface="Times New Roman"/>
              </a:rPr>
              <a:t> </a:t>
            </a:r>
            <a:r>
              <a:rPr sz="1800" dirty="0">
                <a:solidFill>
                  <a:srgbClr val="000000"/>
                </a:solidFill>
                <a:latin typeface="LIJFOD+Calibri"/>
                <a:cs typeface="LIJFOD+Calibri"/>
              </a:rPr>
              <a:t></a:t>
            </a:r>
            <a:r>
              <a:rPr sz="1800" spc="-36"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7" name="object 7"/>
          <p:cNvSpPr txBox="1"/>
          <p:nvPr/>
        </p:nvSpPr>
        <p:spPr>
          <a:xfrm>
            <a:off x="777240" y="3601174"/>
            <a:ext cx="1235525"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8" name="object 8"/>
          <p:cNvSpPr txBox="1"/>
          <p:nvPr/>
        </p:nvSpPr>
        <p:spPr>
          <a:xfrm>
            <a:off x="1234440" y="3904759"/>
            <a:ext cx="5766585" cy="19681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r>
              <a:rPr sz="1800" spc="-42"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9" name="object 9"/>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10" name="object 10"/>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68801" y="129609"/>
            <a:ext cx="8168233"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777240" y="1353274"/>
            <a:ext cx="1177690"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5" name="object 5"/>
          <p:cNvSpPr txBox="1"/>
          <p:nvPr/>
        </p:nvSpPr>
        <p:spPr>
          <a:xfrm>
            <a:off x="1234440" y="1656859"/>
            <a:ext cx="6533616" cy="25142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spc="-16" dirty="0">
                <a:solidFill>
                  <a:srgbClr val="000000"/>
                </a:solidFill>
                <a:latin typeface="LIJFOD+Calibri"/>
                <a:cs typeface="LIJFOD+Calibri"/>
              </a:rPr>
              <a:t></a:t>
            </a:r>
            <a:r>
              <a:rPr sz="1800" dirty="0">
                <a:solidFill>
                  <a:srgbClr val="000000"/>
                </a:solidFill>
                <a:latin typeface="BUVCBA+ArialMT"/>
                <a:cs typeface="BUVCBA+ArialMT"/>
              </a:rPr>
              <a:t>မ</a:t>
            </a:r>
            <a:r>
              <a:rPr sz="1800" dirty="0">
                <a:solidFill>
                  <a:srgbClr val="000000"/>
                </a:solidFill>
                <a:latin typeface="LIJFOD+Calibri"/>
                <a:cs typeface="LIJFOD+Calibri"/>
              </a:rPr>
              <a:t></a:t>
            </a:r>
            <a:r>
              <a:rPr sz="1800" spc="-42"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6" name="object 6"/>
          <p:cNvSpPr txBox="1"/>
          <p:nvPr/>
        </p:nvSpPr>
        <p:spPr>
          <a:xfrm>
            <a:off x="777240" y="4134574"/>
            <a:ext cx="1108941"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ဢ</a:t>
            </a:r>
            <a:r>
              <a:rPr sz="2000" spc="1500"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7" name="object 7"/>
          <p:cNvSpPr txBox="1"/>
          <p:nvPr/>
        </p:nvSpPr>
        <p:spPr>
          <a:xfrm>
            <a:off x="1234440" y="4438159"/>
            <a:ext cx="4822174" cy="1955452"/>
          </a:xfrm>
          <a:prstGeom prst="rect">
            <a:avLst/>
          </a:prstGeom>
        </p:spPr>
        <p:txBody>
          <a:bodyPr vert="horz" wrap="square" lIns="0" tIns="0" rIns="0" bIns="0" rtlCol="0">
            <a:spAutoFit/>
          </a:bodyPr>
          <a:lstStyle/>
          <a:p>
            <a:pPr marL="0" marR="0">
              <a:lnSpc>
                <a:spcPts val="2197"/>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spc="-14"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97"/>
              </a:lnSpc>
              <a:spcBef>
                <a:spcPts val="2"/>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a:p>
            <a:pPr marL="0" marR="0">
              <a:lnSpc>
                <a:spcPts val="2100"/>
              </a:lnSpc>
              <a:spcBef>
                <a:spcPts val="0"/>
              </a:spcBef>
              <a:spcAft>
                <a:spcPts val="0"/>
              </a:spcAft>
            </a:pPr>
            <a:r>
              <a:rPr sz="1800" dirty="0">
                <a:solidFill>
                  <a:srgbClr val="000000"/>
                </a:solidFill>
                <a:latin typeface="BUVCBA+ArialMT"/>
                <a:cs typeface="BUVCBA+ArialMT"/>
              </a:rPr>
              <a:t>ဓ</a:t>
            </a:r>
            <a:r>
              <a:rPr sz="1800" spc="799" dirty="0">
                <a:solidFill>
                  <a:srgbClr val="000000"/>
                </a:solidFill>
                <a:latin typeface="Times New Roman"/>
                <a:cs typeface="Times New Roman"/>
              </a:rPr>
              <a:t> </a:t>
            </a:r>
            <a:r>
              <a:rPr sz="1800" dirty="0">
                <a:solidFill>
                  <a:srgbClr val="000000"/>
                </a:solidFill>
                <a:latin typeface="LIJFOD+Calibri"/>
                <a:cs typeface="LIJFOD+Calibri"/>
              </a:rPr>
              <a:t></a:t>
            </a:r>
          </a:p>
        </p:txBody>
      </p:sp>
      <p:sp>
        <p:nvSpPr>
          <p:cNvPr id="8" name="object 8"/>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9" name="object 9"/>
          <p:cNvSpPr txBox="1"/>
          <p:nvPr/>
        </p:nvSpPr>
        <p:spPr>
          <a:xfrm>
            <a:off x="91440" y="6590718"/>
            <a:ext cx="1949239"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68580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68801" y="129609"/>
            <a:ext cx="8168233" cy="720228"/>
          </a:xfrm>
          <a:prstGeom prst="rect">
            <a:avLst/>
          </a:prstGeom>
        </p:spPr>
        <p:txBody>
          <a:bodyPr vert="horz" wrap="square" lIns="0" tIns="0" rIns="0" bIns="0" rtlCol="0">
            <a:spAutoFit/>
          </a:bodyPr>
          <a:lstStyle/>
          <a:p>
            <a:pPr marL="0" marR="0">
              <a:lnSpc>
                <a:spcPts val="5371"/>
              </a:lnSpc>
              <a:spcBef>
                <a:spcPts val="0"/>
              </a:spcBef>
              <a:spcAft>
                <a:spcPts val="0"/>
              </a:spcAft>
            </a:pPr>
            <a:r>
              <a:rPr sz="4400" dirty="0">
                <a:solidFill>
                  <a:srgbClr val="000000"/>
                </a:solidFill>
                <a:latin typeface="LIJFOD+Calibri"/>
                <a:cs typeface="LIJFOD+Calibri"/>
              </a:rPr>
              <a:t></a:t>
            </a:r>
          </a:p>
        </p:txBody>
      </p:sp>
      <p:sp>
        <p:nvSpPr>
          <p:cNvPr id="4" name="object 4"/>
          <p:cNvSpPr txBox="1"/>
          <p:nvPr/>
        </p:nvSpPr>
        <p:spPr>
          <a:xfrm>
            <a:off x="777240" y="1317605"/>
            <a:ext cx="123045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5" name="object 5"/>
          <p:cNvSpPr txBox="1"/>
          <p:nvPr/>
        </p:nvSpPr>
        <p:spPr>
          <a:xfrm>
            <a:off x="1234440" y="1658074"/>
            <a:ext cx="4917596" cy="14403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1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2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1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spc="-12" dirty="0">
                <a:solidFill>
                  <a:srgbClr val="000000"/>
                </a:solidFill>
                <a:latin typeface="LIJFOD+Calibri"/>
                <a:cs typeface="LIJFOD+Calibri"/>
              </a:rPr>
              <a:t></a:t>
            </a:r>
          </a:p>
          <a:p>
            <a:pPr marL="0" marR="0">
              <a:lnSpc>
                <a:spcPts val="22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6" name="object 6"/>
          <p:cNvSpPr txBox="1"/>
          <p:nvPr/>
        </p:nvSpPr>
        <p:spPr>
          <a:xfrm>
            <a:off x="1234440" y="3029674"/>
            <a:ext cx="7264280" cy="8942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1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r>
              <a:rPr sz="1800" dirty="0">
                <a:solidFill>
                  <a:srgbClr val="000000"/>
                </a:solidFill>
                <a:latin typeface="LIJFOD+Calibri"/>
                <a:cs typeface="LIJFOD+Calibri"/>
              </a:rPr>
              <a:t></a:t>
            </a:r>
            <a:r>
              <a:rPr sz="1600" dirty="0">
                <a:solidFill>
                  <a:srgbClr val="000000"/>
                </a:solidFill>
                <a:latin typeface="LIJFOD+Calibri"/>
                <a:cs typeface="LIJFOD+Calibri"/>
              </a:rPr>
              <a:t></a:t>
            </a:r>
          </a:p>
          <a:p>
            <a:pPr marL="0" marR="0">
              <a:lnSpc>
                <a:spcPts val="22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7" name="object 7"/>
          <p:cNvSpPr txBox="1"/>
          <p:nvPr/>
        </p:nvSpPr>
        <p:spPr>
          <a:xfrm>
            <a:off x="1234440" y="3842474"/>
            <a:ext cx="3862931" cy="6275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a:p>
            <a:pPr marL="0" marR="0">
              <a:lnSpc>
                <a:spcPts val="2200"/>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8" name="object 8"/>
          <p:cNvSpPr txBox="1"/>
          <p:nvPr/>
        </p:nvSpPr>
        <p:spPr>
          <a:xfrm>
            <a:off x="777240" y="4391005"/>
            <a:ext cx="1230451" cy="410170"/>
          </a:xfrm>
          <a:prstGeom prst="rect">
            <a:avLst/>
          </a:prstGeom>
        </p:spPr>
        <p:txBody>
          <a:bodyPr vert="horz" wrap="square" lIns="0" tIns="0" rIns="0" bIns="0" rtlCol="0">
            <a:spAutoFit/>
          </a:bodyPr>
          <a:lstStyle/>
          <a:p>
            <a:pPr marL="0" marR="0">
              <a:lnSpc>
                <a:spcPts val="2929"/>
              </a:lnSpc>
              <a:spcBef>
                <a:spcPts val="0"/>
              </a:spcBef>
              <a:spcAft>
                <a:spcPts val="0"/>
              </a:spcAft>
            </a:pPr>
            <a:r>
              <a:rPr sz="2400" dirty="0">
                <a:solidFill>
                  <a:srgbClr val="000000"/>
                </a:solidFill>
                <a:latin typeface="BUVCBA+ArialMT"/>
                <a:cs typeface="BUVCBA+ArialMT"/>
              </a:rPr>
              <a:t>ဢ</a:t>
            </a:r>
            <a:r>
              <a:rPr sz="2400" spc="1260" dirty="0">
                <a:solidFill>
                  <a:srgbClr val="000000"/>
                </a:solidFill>
                <a:latin typeface="Times New Roman"/>
                <a:cs typeface="Times New Roman"/>
              </a:rPr>
              <a:t> </a:t>
            </a:r>
            <a:r>
              <a:rPr sz="2400" dirty="0">
                <a:solidFill>
                  <a:srgbClr val="000000"/>
                </a:solidFill>
                <a:latin typeface="LIJFOD+Calibri"/>
                <a:cs typeface="LIJFOD+Calibri"/>
              </a:rPr>
              <a:t></a:t>
            </a:r>
          </a:p>
        </p:txBody>
      </p:sp>
      <p:sp>
        <p:nvSpPr>
          <p:cNvPr id="9" name="object 9"/>
          <p:cNvSpPr txBox="1"/>
          <p:nvPr/>
        </p:nvSpPr>
        <p:spPr>
          <a:xfrm>
            <a:off x="1234440" y="4718774"/>
            <a:ext cx="2754405"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0" name="object 10"/>
          <p:cNvSpPr txBox="1"/>
          <p:nvPr/>
        </p:nvSpPr>
        <p:spPr>
          <a:xfrm>
            <a:off x="1234440" y="4998174"/>
            <a:ext cx="2562860"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1" name="object 11"/>
          <p:cNvSpPr txBox="1"/>
          <p:nvPr/>
        </p:nvSpPr>
        <p:spPr>
          <a:xfrm>
            <a:off x="1234440" y="5277574"/>
            <a:ext cx="2317524"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2" name="object 12"/>
          <p:cNvSpPr txBox="1"/>
          <p:nvPr/>
        </p:nvSpPr>
        <p:spPr>
          <a:xfrm>
            <a:off x="1234440" y="5544274"/>
            <a:ext cx="3437687"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3" name="object 13"/>
          <p:cNvSpPr txBox="1"/>
          <p:nvPr/>
        </p:nvSpPr>
        <p:spPr>
          <a:xfrm>
            <a:off x="1234440" y="5823674"/>
            <a:ext cx="7465425"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4" name="object 14"/>
          <p:cNvSpPr txBox="1"/>
          <p:nvPr/>
        </p:nvSpPr>
        <p:spPr>
          <a:xfrm>
            <a:off x="1234440" y="6090374"/>
            <a:ext cx="790798" cy="348158"/>
          </a:xfrm>
          <a:prstGeom prst="rect">
            <a:avLst/>
          </a:prstGeom>
        </p:spPr>
        <p:txBody>
          <a:bodyPr vert="horz" wrap="square" lIns="0" tIns="0" rIns="0" bIns="0" rtlCol="0">
            <a:spAutoFit/>
          </a:bodyPr>
          <a:lstStyle/>
          <a:p>
            <a:pPr marL="0" marR="0">
              <a:lnSpc>
                <a:spcPts val="2441"/>
              </a:lnSpc>
              <a:spcBef>
                <a:spcPts val="0"/>
              </a:spcBef>
              <a:spcAft>
                <a:spcPts val="0"/>
              </a:spcAft>
            </a:pPr>
            <a:r>
              <a:rPr sz="2000" dirty="0">
                <a:solidFill>
                  <a:srgbClr val="000000"/>
                </a:solidFill>
                <a:latin typeface="BUVCBA+ArialMT"/>
                <a:cs typeface="BUVCBA+ArialMT"/>
              </a:rPr>
              <a:t>ဓ</a:t>
            </a:r>
            <a:r>
              <a:rPr sz="2000" spc="638" dirty="0">
                <a:solidFill>
                  <a:srgbClr val="000000"/>
                </a:solidFill>
                <a:latin typeface="Times New Roman"/>
                <a:cs typeface="Times New Roman"/>
              </a:rPr>
              <a:t> </a:t>
            </a:r>
            <a:r>
              <a:rPr sz="2000" dirty="0">
                <a:solidFill>
                  <a:srgbClr val="000000"/>
                </a:solidFill>
                <a:latin typeface="LIJFOD+Calibri"/>
                <a:cs typeface="LIJFOD+Calibri"/>
              </a:rPr>
              <a:t></a:t>
            </a:r>
          </a:p>
        </p:txBody>
      </p:sp>
      <p:sp>
        <p:nvSpPr>
          <p:cNvPr id="15" name="object 15"/>
          <p:cNvSpPr txBox="1"/>
          <p:nvPr/>
        </p:nvSpPr>
        <p:spPr>
          <a:xfrm>
            <a:off x="8438515" y="6442065"/>
            <a:ext cx="307426" cy="224135"/>
          </a:xfrm>
          <a:prstGeom prst="rect">
            <a:avLst/>
          </a:prstGeom>
        </p:spPr>
        <p:txBody>
          <a:bodyPr vert="horz" wrap="square" lIns="0" tIns="0" rIns="0" bIns="0" rtlCol="0">
            <a:spAutoFit/>
          </a:bodyPr>
          <a:lstStyle/>
          <a:p>
            <a:pPr marL="0" marR="0">
              <a:lnSpc>
                <a:spcPts val="1464"/>
              </a:lnSpc>
              <a:spcBef>
                <a:spcPts val="0"/>
              </a:spcBef>
              <a:spcAft>
                <a:spcPts val="0"/>
              </a:spcAft>
            </a:pPr>
            <a:r>
              <a:rPr sz="1200" dirty="0">
                <a:solidFill>
                  <a:srgbClr val="878787"/>
                </a:solidFill>
                <a:latin typeface="LIJFOD+Calibri"/>
                <a:cs typeface="LIJFOD+Calibri"/>
              </a:rPr>
              <a:t></a:t>
            </a:r>
          </a:p>
        </p:txBody>
      </p:sp>
      <p:sp>
        <p:nvSpPr>
          <p:cNvPr id="16" name="object 16"/>
          <p:cNvSpPr txBox="1"/>
          <p:nvPr/>
        </p:nvSpPr>
        <p:spPr>
          <a:xfrm>
            <a:off x="91440" y="6590718"/>
            <a:ext cx="2344861" cy="255140"/>
          </a:xfrm>
          <a:prstGeom prst="rect">
            <a:avLst/>
          </a:prstGeom>
        </p:spPr>
        <p:txBody>
          <a:bodyPr vert="horz" wrap="square" lIns="0" tIns="0" rIns="0" bIns="0" rtlCol="0">
            <a:spAutoFit/>
          </a:bodyPr>
          <a:lstStyle/>
          <a:p>
            <a:pPr marL="0" marR="0">
              <a:lnSpc>
                <a:spcPts val="1708"/>
              </a:lnSpc>
              <a:spcBef>
                <a:spcPts val="0"/>
              </a:spcBef>
              <a:spcAft>
                <a:spcPts val="0"/>
              </a:spcAft>
            </a:pPr>
            <a:r>
              <a:rPr sz="1400" dirty="0">
                <a:solidFill>
                  <a:srgbClr val="000000"/>
                </a:solidFill>
                <a:latin typeface="LIJFOD+Calibri"/>
                <a:cs typeface="LIJFOD+Calibri"/>
              </a:rPr>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4">
            <a:extLst>
              <a:ext uri="{FF2B5EF4-FFF2-40B4-BE49-F238E27FC236}">
                <a16:creationId xmlns:a16="http://schemas.microsoft.com/office/drawing/2014/main" id="{75D095EF-63CD-EB2A-750A-EEC1E1D9E4F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383E3E22-F8C9-354F-814E-909CD0B52BF2}" type="slidenum">
              <a:rPr lang="tr-TR" altLang="en-US" sz="1400"/>
              <a:pPr eaLnBrk="1" hangingPunct="1"/>
              <a:t>58</a:t>
            </a:fld>
            <a:endParaRPr lang="tr-TR" altLang="en-US" sz="1400"/>
          </a:p>
        </p:txBody>
      </p:sp>
      <p:sp>
        <p:nvSpPr>
          <p:cNvPr id="8195" name="Rectangle 4">
            <a:extLst>
              <a:ext uri="{FF2B5EF4-FFF2-40B4-BE49-F238E27FC236}">
                <a16:creationId xmlns:a16="http://schemas.microsoft.com/office/drawing/2014/main" id="{5F006B43-0040-F65E-8F8B-889DDC863E23}"/>
              </a:ext>
            </a:extLst>
          </p:cNvPr>
          <p:cNvSpPr>
            <a:spLocks noGrp="1" noChangeArrowheads="1"/>
          </p:cNvSpPr>
          <p:nvPr>
            <p:ph type="title"/>
          </p:nvPr>
        </p:nvSpPr>
        <p:spPr>
          <a:xfrm>
            <a:off x="377666" y="427735"/>
            <a:ext cx="6797992" cy="738664"/>
          </a:xfrm>
        </p:spPr>
        <p:txBody>
          <a:bodyPr/>
          <a:lstStyle/>
          <a:p>
            <a:pPr eaLnBrk="1" hangingPunct="1"/>
            <a:r>
              <a:rPr lang="tr-TR" altLang="en-US" sz="2400" b="1" dirty="0" err="1"/>
              <a:t>What</a:t>
            </a:r>
            <a:r>
              <a:rPr lang="tr-TR" altLang="en-US" sz="2400" b="1" dirty="0"/>
              <a:t> </a:t>
            </a:r>
            <a:r>
              <a:rPr lang="tr-TR" altLang="en-US" sz="2400" b="1" dirty="0" err="1"/>
              <a:t>We</a:t>
            </a:r>
            <a:r>
              <a:rPr lang="tr-TR" altLang="en-US" sz="2400" b="1" dirty="0"/>
              <a:t> Talk </a:t>
            </a:r>
            <a:r>
              <a:rPr lang="tr-TR" altLang="en-US" sz="2400" b="1" dirty="0" err="1"/>
              <a:t>About</a:t>
            </a:r>
            <a:r>
              <a:rPr lang="tr-TR" altLang="en-US" sz="2400" b="1" dirty="0"/>
              <a:t> </a:t>
            </a:r>
            <a:r>
              <a:rPr lang="tr-TR" altLang="en-US" sz="2400" b="1" dirty="0" err="1"/>
              <a:t>When</a:t>
            </a:r>
            <a:r>
              <a:rPr lang="tr-TR" altLang="en-US" sz="2400" b="1" dirty="0"/>
              <a:t> </a:t>
            </a:r>
            <a:r>
              <a:rPr lang="tr-TR" altLang="en-US" sz="2400" b="1" dirty="0" err="1"/>
              <a:t>We</a:t>
            </a:r>
            <a:r>
              <a:rPr lang="tr-TR" altLang="en-US" sz="2400" b="1" dirty="0"/>
              <a:t>  Talk </a:t>
            </a:r>
            <a:r>
              <a:rPr lang="tr-TR" altLang="en-US" sz="2400" b="1" dirty="0" err="1"/>
              <a:t>About“Learning</a:t>
            </a:r>
            <a:r>
              <a:rPr lang="tr-TR" altLang="en-US" sz="2400" b="1" dirty="0"/>
              <a:t>”</a:t>
            </a:r>
          </a:p>
        </p:txBody>
      </p:sp>
      <p:sp>
        <p:nvSpPr>
          <p:cNvPr id="8196" name="Rectangle 6">
            <a:extLst>
              <a:ext uri="{FF2B5EF4-FFF2-40B4-BE49-F238E27FC236}">
                <a16:creationId xmlns:a16="http://schemas.microsoft.com/office/drawing/2014/main" id="{2384334C-16E3-9EFF-2964-04470D02A112}"/>
              </a:ext>
            </a:extLst>
          </p:cNvPr>
          <p:cNvSpPr>
            <a:spLocks noGrp="1" noChangeArrowheads="1"/>
          </p:cNvSpPr>
          <p:nvPr>
            <p:ph type="body" idx="1"/>
          </p:nvPr>
        </p:nvSpPr>
        <p:spPr>
          <a:xfrm>
            <a:off x="539552" y="1916832"/>
            <a:ext cx="6797992" cy="3077766"/>
          </a:xfrm>
        </p:spPr>
        <p:txBody>
          <a:bodyPr/>
          <a:lstStyle/>
          <a:p>
            <a:pPr eaLnBrk="1" hangingPunct="1"/>
            <a:r>
              <a:rPr lang="tr-TR" altLang="en-US" sz="2000" dirty="0"/>
              <a:t>Learning general </a:t>
            </a:r>
            <a:r>
              <a:rPr lang="tr-TR" altLang="en-US" sz="2000" dirty="0" err="1"/>
              <a:t>models</a:t>
            </a:r>
            <a:r>
              <a:rPr lang="tr-TR" altLang="en-US" sz="2000" dirty="0"/>
              <a:t> </a:t>
            </a:r>
            <a:r>
              <a:rPr lang="tr-TR" altLang="en-US" sz="2000" dirty="0" err="1"/>
              <a:t>from</a:t>
            </a:r>
            <a:r>
              <a:rPr lang="tr-TR" altLang="en-US" sz="2000" dirty="0"/>
              <a:t> a data of </a:t>
            </a:r>
            <a:r>
              <a:rPr lang="tr-TR" altLang="en-US" sz="2000" dirty="0" err="1"/>
              <a:t>particular</a:t>
            </a:r>
            <a:r>
              <a:rPr lang="tr-TR" altLang="en-US" sz="2000" dirty="0"/>
              <a:t> </a:t>
            </a:r>
            <a:r>
              <a:rPr lang="tr-TR" altLang="en-US" sz="2000" dirty="0" err="1"/>
              <a:t>examples</a:t>
            </a:r>
            <a:r>
              <a:rPr lang="tr-TR" altLang="en-US" sz="2000" dirty="0"/>
              <a:t> </a:t>
            </a:r>
          </a:p>
          <a:p>
            <a:pPr eaLnBrk="1" hangingPunct="1"/>
            <a:r>
              <a:rPr lang="tr-TR" altLang="en-US" sz="2000" dirty="0"/>
              <a:t>Data </a:t>
            </a:r>
            <a:r>
              <a:rPr lang="tr-TR" altLang="en-US" sz="2000" dirty="0" err="1"/>
              <a:t>are</a:t>
            </a:r>
            <a:r>
              <a:rPr lang="tr-TR" altLang="en-US" sz="2000" dirty="0"/>
              <a:t> </a:t>
            </a:r>
            <a:r>
              <a:rPr lang="tr-TR" altLang="en-US" sz="2000" dirty="0" err="1"/>
              <a:t>cheap</a:t>
            </a:r>
            <a:r>
              <a:rPr lang="tr-TR" altLang="en-US" sz="2000" dirty="0"/>
              <a:t> </a:t>
            </a:r>
            <a:r>
              <a:rPr lang="tr-TR" altLang="en-US" sz="2000" dirty="0" err="1"/>
              <a:t>and</a:t>
            </a:r>
            <a:r>
              <a:rPr lang="tr-TR" altLang="en-US" sz="2000" dirty="0"/>
              <a:t> </a:t>
            </a:r>
            <a:r>
              <a:rPr lang="tr-TR" altLang="en-US" sz="2000" dirty="0" err="1"/>
              <a:t>abundant</a:t>
            </a:r>
            <a:r>
              <a:rPr lang="tr-TR" altLang="en-US" sz="2000" dirty="0"/>
              <a:t> (data </a:t>
            </a:r>
            <a:r>
              <a:rPr lang="tr-TR" altLang="en-US" sz="2000" dirty="0" err="1"/>
              <a:t>warehouses</a:t>
            </a:r>
            <a:r>
              <a:rPr lang="tr-TR" altLang="en-US" sz="2000" dirty="0"/>
              <a:t>, data </a:t>
            </a:r>
            <a:r>
              <a:rPr lang="tr-TR" altLang="en-US" sz="2000" dirty="0" err="1"/>
              <a:t>marts</a:t>
            </a:r>
            <a:r>
              <a:rPr lang="tr-TR" altLang="en-US" sz="2000" dirty="0"/>
              <a:t>); </a:t>
            </a:r>
            <a:r>
              <a:rPr lang="tr-TR" altLang="en-US" sz="2000" dirty="0" err="1"/>
              <a:t>knowledge</a:t>
            </a:r>
            <a:r>
              <a:rPr lang="tr-TR" altLang="en-US" sz="2000" dirty="0"/>
              <a:t> is </a:t>
            </a:r>
            <a:r>
              <a:rPr lang="tr-TR" altLang="en-US" sz="2000" dirty="0" err="1"/>
              <a:t>expensive</a:t>
            </a:r>
            <a:r>
              <a:rPr lang="tr-TR" altLang="en-US" sz="2000" dirty="0"/>
              <a:t> </a:t>
            </a:r>
            <a:r>
              <a:rPr lang="tr-TR" altLang="en-US" sz="2000" dirty="0" err="1"/>
              <a:t>and</a:t>
            </a:r>
            <a:r>
              <a:rPr lang="tr-TR" altLang="en-US" sz="2000" dirty="0"/>
              <a:t> </a:t>
            </a:r>
            <a:r>
              <a:rPr lang="tr-TR" altLang="en-US" sz="2000" dirty="0" err="1"/>
              <a:t>scarce</a:t>
            </a:r>
            <a:r>
              <a:rPr lang="tr-TR" altLang="en-US" sz="2000" dirty="0"/>
              <a:t>. </a:t>
            </a:r>
          </a:p>
          <a:p>
            <a:pPr eaLnBrk="1" hangingPunct="1"/>
            <a:endParaRPr lang="tr-TR" altLang="en-US" sz="2000" dirty="0"/>
          </a:p>
          <a:p>
            <a:pPr eaLnBrk="1" hangingPunct="1"/>
            <a:r>
              <a:rPr lang="tr-TR" altLang="en-US" sz="2000" dirty="0" err="1"/>
              <a:t>Example</a:t>
            </a:r>
            <a:r>
              <a:rPr lang="tr-TR" altLang="en-US" sz="2000" dirty="0"/>
              <a:t> in </a:t>
            </a:r>
            <a:r>
              <a:rPr lang="tr-TR" altLang="en-US" sz="2000" dirty="0" err="1"/>
              <a:t>retail</a:t>
            </a:r>
            <a:r>
              <a:rPr lang="tr-TR" altLang="en-US" sz="2000" dirty="0"/>
              <a:t>: </a:t>
            </a:r>
            <a:r>
              <a:rPr lang="tr-TR" altLang="en-US" sz="2000" dirty="0" err="1"/>
              <a:t>Customer</a:t>
            </a:r>
            <a:r>
              <a:rPr lang="tr-TR" altLang="en-US" sz="2000" dirty="0"/>
              <a:t> </a:t>
            </a:r>
            <a:r>
              <a:rPr lang="tr-TR" altLang="en-US" sz="2000" dirty="0" err="1"/>
              <a:t>transactions</a:t>
            </a:r>
            <a:r>
              <a:rPr lang="tr-TR" altLang="en-US" sz="2000" dirty="0"/>
              <a:t> </a:t>
            </a:r>
            <a:r>
              <a:rPr lang="tr-TR" altLang="en-US" sz="2000" dirty="0" err="1"/>
              <a:t>to</a:t>
            </a:r>
            <a:r>
              <a:rPr lang="tr-TR" altLang="en-US" sz="2000" dirty="0"/>
              <a:t> </a:t>
            </a:r>
            <a:r>
              <a:rPr lang="tr-TR" altLang="en-US" sz="2000" dirty="0" err="1"/>
              <a:t>consumer</a:t>
            </a:r>
            <a:r>
              <a:rPr lang="tr-TR" altLang="en-US" sz="2000" dirty="0"/>
              <a:t> </a:t>
            </a:r>
            <a:r>
              <a:rPr lang="tr-TR" altLang="en-US" sz="2000" dirty="0" err="1"/>
              <a:t>behavior</a:t>
            </a:r>
            <a:r>
              <a:rPr lang="tr-TR" altLang="en-US" sz="2000" dirty="0"/>
              <a:t>: </a:t>
            </a:r>
          </a:p>
          <a:p>
            <a:pPr lvl="1" eaLnBrk="1" hangingPunct="1">
              <a:buFont typeface="Wingdings" pitchFamily="2" charset="2"/>
              <a:buNone/>
            </a:pPr>
            <a:r>
              <a:rPr lang="tr-TR" altLang="en-US" sz="2000" dirty="0"/>
              <a:t>	</a:t>
            </a:r>
            <a:r>
              <a:rPr lang="tr-TR" altLang="en-US" sz="2000" i="1" dirty="0"/>
              <a:t>People </a:t>
            </a:r>
            <a:r>
              <a:rPr lang="tr-TR" altLang="en-US" sz="2000" i="1" dirty="0" err="1"/>
              <a:t>who</a:t>
            </a:r>
            <a:r>
              <a:rPr lang="tr-TR" altLang="en-US" sz="2000" i="1" dirty="0"/>
              <a:t> </a:t>
            </a:r>
            <a:r>
              <a:rPr lang="tr-TR" altLang="en-US" sz="2000" i="1" dirty="0" err="1"/>
              <a:t>bought</a:t>
            </a:r>
            <a:r>
              <a:rPr lang="tr-TR" altLang="en-US" sz="2000" i="1" dirty="0"/>
              <a:t> “Da Vinci </a:t>
            </a:r>
            <a:r>
              <a:rPr lang="tr-TR" altLang="en-US" sz="2000" i="1" dirty="0" err="1"/>
              <a:t>Code</a:t>
            </a:r>
            <a:r>
              <a:rPr lang="tr-TR" altLang="en-US" sz="2000" i="1" dirty="0"/>
              <a:t>” </a:t>
            </a:r>
            <a:r>
              <a:rPr lang="tr-TR" altLang="en-US" sz="2000" i="1" dirty="0" err="1"/>
              <a:t>also</a:t>
            </a:r>
            <a:r>
              <a:rPr lang="tr-TR" altLang="en-US" sz="2000" i="1" dirty="0"/>
              <a:t> </a:t>
            </a:r>
            <a:r>
              <a:rPr lang="tr-TR" altLang="en-US" sz="2000" i="1" dirty="0" err="1"/>
              <a:t>bought</a:t>
            </a:r>
            <a:r>
              <a:rPr lang="tr-TR" altLang="en-US" sz="2000" i="1" dirty="0"/>
              <a:t> “</a:t>
            </a:r>
            <a:r>
              <a:rPr lang="tr-TR" altLang="en-US" sz="2000" i="1" dirty="0" err="1"/>
              <a:t>The</a:t>
            </a:r>
            <a:r>
              <a:rPr lang="tr-TR" altLang="en-US" sz="2000" i="1" dirty="0"/>
              <a:t> </a:t>
            </a:r>
            <a:r>
              <a:rPr lang="tr-TR" altLang="en-US" sz="2000" i="1" dirty="0" err="1"/>
              <a:t>Five</a:t>
            </a:r>
            <a:r>
              <a:rPr lang="tr-TR" altLang="en-US" sz="2000" i="1" dirty="0"/>
              <a:t> People </a:t>
            </a:r>
            <a:r>
              <a:rPr lang="tr-TR" altLang="en-US" sz="2000" i="1" dirty="0" err="1"/>
              <a:t>You</a:t>
            </a:r>
            <a:r>
              <a:rPr lang="tr-TR" altLang="en-US" sz="2000" i="1" dirty="0"/>
              <a:t> </a:t>
            </a:r>
            <a:r>
              <a:rPr lang="tr-TR" altLang="en-US" sz="2000" i="1" dirty="0" err="1"/>
              <a:t>Meet</a:t>
            </a:r>
            <a:r>
              <a:rPr lang="tr-TR" altLang="en-US" sz="2000" i="1" dirty="0"/>
              <a:t> in </a:t>
            </a:r>
            <a:r>
              <a:rPr lang="tr-TR" altLang="en-US" sz="2000" i="1" dirty="0" err="1"/>
              <a:t>Heaven</a:t>
            </a:r>
            <a:r>
              <a:rPr lang="tr-TR" altLang="en-US" sz="2000" i="1" dirty="0"/>
              <a:t>”  (</a:t>
            </a:r>
            <a:r>
              <a:rPr lang="tr-TR" altLang="en-US" sz="2000" i="1" dirty="0" err="1"/>
              <a:t>www.amazon.com</a:t>
            </a:r>
            <a:r>
              <a:rPr lang="tr-TR" altLang="en-US" sz="2000" i="1" dirty="0"/>
              <a:t>)</a:t>
            </a:r>
          </a:p>
          <a:p>
            <a:pPr eaLnBrk="1" hangingPunct="1"/>
            <a:endParaRPr lang="tr-TR" altLang="en-US" sz="2000" dirty="0"/>
          </a:p>
          <a:p>
            <a:pPr eaLnBrk="1" hangingPunct="1"/>
            <a:r>
              <a:rPr lang="tr-TR" altLang="en-US" sz="2000" dirty="0" err="1"/>
              <a:t>Build</a:t>
            </a:r>
            <a:r>
              <a:rPr lang="tr-TR" altLang="en-US" sz="2000" dirty="0"/>
              <a:t> a model </a:t>
            </a:r>
            <a:r>
              <a:rPr lang="tr-TR" altLang="en-US" sz="2000" dirty="0" err="1"/>
              <a:t>that</a:t>
            </a:r>
            <a:r>
              <a:rPr lang="tr-TR" altLang="en-US" sz="2000" dirty="0"/>
              <a:t> is </a:t>
            </a:r>
            <a:r>
              <a:rPr lang="tr-TR" altLang="en-US" sz="2000" i="1" dirty="0">
                <a:solidFill>
                  <a:schemeClr val="tx1"/>
                </a:solidFill>
              </a:rPr>
              <a:t>a </a:t>
            </a:r>
            <a:r>
              <a:rPr lang="tr-TR" altLang="en-US" sz="2000" i="1" dirty="0" err="1">
                <a:solidFill>
                  <a:schemeClr val="tx1"/>
                </a:solidFill>
              </a:rPr>
              <a:t>good</a:t>
            </a:r>
            <a:r>
              <a:rPr lang="tr-TR" altLang="en-US" sz="2000" i="1" dirty="0">
                <a:solidFill>
                  <a:schemeClr val="tx1"/>
                </a:solidFill>
              </a:rPr>
              <a:t> </a:t>
            </a:r>
            <a:r>
              <a:rPr lang="tr-TR" altLang="en-US" sz="2000" i="1" dirty="0" err="1">
                <a:solidFill>
                  <a:schemeClr val="tx1"/>
                </a:solidFill>
              </a:rPr>
              <a:t>and</a:t>
            </a:r>
            <a:r>
              <a:rPr lang="tr-TR" altLang="en-US" sz="2000" i="1" dirty="0">
                <a:solidFill>
                  <a:schemeClr val="tx1"/>
                </a:solidFill>
              </a:rPr>
              <a:t> </a:t>
            </a:r>
            <a:r>
              <a:rPr lang="tr-TR" altLang="en-US" sz="2000" i="1" dirty="0" err="1">
                <a:solidFill>
                  <a:schemeClr val="tx1"/>
                </a:solidFill>
              </a:rPr>
              <a:t>useful</a:t>
            </a:r>
            <a:r>
              <a:rPr lang="tr-TR" altLang="en-US" sz="2000" i="1" dirty="0">
                <a:solidFill>
                  <a:schemeClr val="tx1"/>
                </a:solidFill>
              </a:rPr>
              <a:t> </a:t>
            </a:r>
            <a:r>
              <a:rPr lang="tr-TR" altLang="en-US" sz="2000" i="1" dirty="0" err="1">
                <a:solidFill>
                  <a:schemeClr val="tx1"/>
                </a:solidFill>
              </a:rPr>
              <a:t>approximation</a:t>
            </a:r>
            <a:r>
              <a:rPr lang="tr-TR" altLang="en-US" sz="2000" dirty="0">
                <a:solidFill>
                  <a:schemeClr val="tx1"/>
                </a:solidFill>
              </a:rPr>
              <a:t> </a:t>
            </a:r>
            <a:r>
              <a:rPr lang="tr-TR" altLang="en-US" sz="2000" dirty="0" err="1"/>
              <a:t>to</a:t>
            </a:r>
            <a:r>
              <a:rPr lang="tr-TR" altLang="en-US" sz="2000" dirty="0"/>
              <a:t> </a:t>
            </a:r>
            <a:r>
              <a:rPr lang="tr-TR" altLang="en-US" sz="2000" dirty="0" err="1"/>
              <a:t>the</a:t>
            </a:r>
            <a:r>
              <a:rPr lang="tr-TR" altLang="en-US" sz="2000" dirty="0"/>
              <a:t> data.</a:t>
            </a:r>
            <a:r>
              <a:rPr lang="tr-TR" altLang="en-US" sz="2000" i="1" dirty="0"/>
              <a:t> </a:t>
            </a:r>
            <a:r>
              <a:rPr lang="tr-TR" altLang="en-US" sz="2000"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4">
            <a:extLst>
              <a:ext uri="{FF2B5EF4-FFF2-40B4-BE49-F238E27FC236}">
                <a16:creationId xmlns:a16="http://schemas.microsoft.com/office/drawing/2014/main" id="{F5A2FB14-C669-DA8A-F8C8-BD563170E3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7138F8F9-A51E-AF47-9DAF-1827AEA07256}" type="slidenum">
              <a:rPr lang="tr-TR" altLang="en-US" sz="1400"/>
              <a:pPr eaLnBrk="1" hangingPunct="1"/>
              <a:t>59</a:t>
            </a:fld>
            <a:endParaRPr lang="tr-TR" altLang="en-US" sz="1400"/>
          </a:p>
        </p:txBody>
      </p:sp>
      <p:sp>
        <p:nvSpPr>
          <p:cNvPr id="9219" name="Rectangle 2">
            <a:extLst>
              <a:ext uri="{FF2B5EF4-FFF2-40B4-BE49-F238E27FC236}">
                <a16:creationId xmlns:a16="http://schemas.microsoft.com/office/drawing/2014/main" id="{C452CAFE-2A86-5A7F-8C7A-5BE167FD2259}"/>
              </a:ext>
            </a:extLst>
          </p:cNvPr>
          <p:cNvSpPr>
            <a:spLocks noGrp="1" noChangeArrowheads="1"/>
          </p:cNvSpPr>
          <p:nvPr>
            <p:ph type="title"/>
          </p:nvPr>
        </p:nvSpPr>
        <p:spPr>
          <a:xfrm>
            <a:off x="457200" y="0"/>
            <a:ext cx="8229600" cy="1357313"/>
          </a:xfrm>
        </p:spPr>
        <p:txBody>
          <a:bodyPr/>
          <a:lstStyle/>
          <a:p>
            <a:pPr eaLnBrk="1" hangingPunct="1"/>
            <a:r>
              <a:rPr lang="tr-TR" altLang="en-US"/>
              <a:t>Data Mining</a:t>
            </a:r>
            <a:r>
              <a:rPr lang="en-US" altLang="en-US"/>
              <a:t>/KDD</a:t>
            </a:r>
            <a:endParaRPr lang="tr-TR" altLang="en-US"/>
          </a:p>
        </p:txBody>
      </p:sp>
      <p:sp>
        <p:nvSpPr>
          <p:cNvPr id="9220" name="Rectangle 3">
            <a:extLst>
              <a:ext uri="{FF2B5EF4-FFF2-40B4-BE49-F238E27FC236}">
                <a16:creationId xmlns:a16="http://schemas.microsoft.com/office/drawing/2014/main" id="{23BCAD75-8FAD-32AB-31E4-56FEF2D79017}"/>
              </a:ext>
            </a:extLst>
          </p:cNvPr>
          <p:cNvSpPr>
            <a:spLocks noGrp="1" noChangeArrowheads="1"/>
          </p:cNvSpPr>
          <p:nvPr>
            <p:ph type="body" idx="1"/>
          </p:nvPr>
        </p:nvSpPr>
        <p:spPr>
          <a:xfrm>
            <a:off x="457200" y="2928938"/>
            <a:ext cx="8229600" cy="2938462"/>
          </a:xfrm>
        </p:spPr>
        <p:txBody>
          <a:bodyPr/>
          <a:lstStyle/>
          <a:p>
            <a:pPr eaLnBrk="1" hangingPunct="1">
              <a:lnSpc>
                <a:spcPct val="90000"/>
              </a:lnSpc>
            </a:pPr>
            <a:r>
              <a:rPr lang="tr-TR" altLang="en-US">
                <a:solidFill>
                  <a:schemeClr val="bg2"/>
                </a:solidFill>
              </a:rPr>
              <a:t>Retail:</a:t>
            </a:r>
            <a:r>
              <a:rPr lang="tr-TR" altLang="en-US"/>
              <a:t> Market basket analysis, Customer relationship management (CRM)</a:t>
            </a:r>
          </a:p>
          <a:p>
            <a:pPr eaLnBrk="1" hangingPunct="1">
              <a:lnSpc>
                <a:spcPct val="90000"/>
              </a:lnSpc>
            </a:pPr>
            <a:r>
              <a:rPr lang="tr-TR" altLang="en-US">
                <a:solidFill>
                  <a:schemeClr val="bg2"/>
                </a:solidFill>
              </a:rPr>
              <a:t>Finance:</a:t>
            </a:r>
            <a:r>
              <a:rPr lang="tr-TR" altLang="en-US"/>
              <a:t> Credit scoring, fraud detection</a:t>
            </a:r>
          </a:p>
          <a:p>
            <a:pPr eaLnBrk="1" hangingPunct="1">
              <a:lnSpc>
                <a:spcPct val="90000"/>
              </a:lnSpc>
            </a:pPr>
            <a:r>
              <a:rPr lang="tr-TR" altLang="en-US">
                <a:solidFill>
                  <a:schemeClr val="bg2"/>
                </a:solidFill>
              </a:rPr>
              <a:t>Manufacturing:</a:t>
            </a:r>
            <a:r>
              <a:rPr lang="tr-TR" altLang="en-US"/>
              <a:t> Optimization, troubleshooting</a:t>
            </a:r>
          </a:p>
          <a:p>
            <a:pPr eaLnBrk="1" hangingPunct="1">
              <a:lnSpc>
                <a:spcPct val="90000"/>
              </a:lnSpc>
            </a:pPr>
            <a:r>
              <a:rPr lang="tr-TR" altLang="en-US">
                <a:solidFill>
                  <a:schemeClr val="bg2"/>
                </a:solidFill>
              </a:rPr>
              <a:t>Medicine:</a:t>
            </a:r>
            <a:r>
              <a:rPr lang="tr-TR" altLang="en-US"/>
              <a:t> Medical diagnosis</a:t>
            </a:r>
          </a:p>
          <a:p>
            <a:pPr eaLnBrk="1" hangingPunct="1">
              <a:lnSpc>
                <a:spcPct val="90000"/>
              </a:lnSpc>
            </a:pPr>
            <a:r>
              <a:rPr lang="tr-TR" altLang="en-US">
                <a:solidFill>
                  <a:schemeClr val="bg2"/>
                </a:solidFill>
              </a:rPr>
              <a:t>Telecommunications:</a:t>
            </a:r>
            <a:r>
              <a:rPr lang="tr-TR" altLang="en-US"/>
              <a:t> Quality of service optimization</a:t>
            </a:r>
          </a:p>
          <a:p>
            <a:pPr eaLnBrk="1" hangingPunct="1">
              <a:lnSpc>
                <a:spcPct val="90000"/>
              </a:lnSpc>
            </a:pPr>
            <a:r>
              <a:rPr lang="tr-TR" altLang="en-US">
                <a:solidFill>
                  <a:schemeClr val="bg2"/>
                </a:solidFill>
              </a:rPr>
              <a:t>Bioinformatics:</a:t>
            </a:r>
            <a:r>
              <a:rPr lang="tr-TR" altLang="en-US"/>
              <a:t> Motifs, alignment</a:t>
            </a:r>
          </a:p>
          <a:p>
            <a:pPr eaLnBrk="1" hangingPunct="1">
              <a:lnSpc>
                <a:spcPct val="90000"/>
              </a:lnSpc>
            </a:pPr>
            <a:r>
              <a:rPr lang="tr-TR" altLang="en-US">
                <a:solidFill>
                  <a:schemeClr val="bg2"/>
                </a:solidFill>
              </a:rPr>
              <a:t>Web mining:</a:t>
            </a:r>
            <a:r>
              <a:rPr lang="tr-TR" altLang="en-US"/>
              <a:t> Search engines</a:t>
            </a:r>
          </a:p>
          <a:p>
            <a:pPr eaLnBrk="1" hangingPunct="1">
              <a:lnSpc>
                <a:spcPct val="90000"/>
              </a:lnSpc>
            </a:pPr>
            <a:r>
              <a:rPr lang="tr-TR" altLang="en-US"/>
              <a:t>...</a:t>
            </a:r>
          </a:p>
        </p:txBody>
      </p:sp>
      <p:sp>
        <p:nvSpPr>
          <p:cNvPr id="9221" name="TextBox 5">
            <a:extLst>
              <a:ext uri="{FF2B5EF4-FFF2-40B4-BE49-F238E27FC236}">
                <a16:creationId xmlns:a16="http://schemas.microsoft.com/office/drawing/2014/main" id="{33289A70-086C-4328-4DA9-0D29D475776E}"/>
              </a:ext>
            </a:extLst>
          </p:cNvPr>
          <p:cNvSpPr txBox="1">
            <a:spLocks noChangeArrowheads="1"/>
          </p:cNvSpPr>
          <p:nvPr/>
        </p:nvSpPr>
        <p:spPr bwMode="auto">
          <a:xfrm>
            <a:off x="500063" y="1143000"/>
            <a:ext cx="696277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en-US" altLang="en-US" sz="2400" u="sng"/>
              <a:t>Definition</a:t>
            </a:r>
            <a:r>
              <a:rPr lang="en-US" altLang="en-US" sz="2400"/>
              <a:t> := </a:t>
            </a:r>
            <a:r>
              <a:rPr lang="en-US" altLang="en-US" sz="2400" i="1"/>
              <a:t>“KDD is the non-trivial process of </a:t>
            </a:r>
          </a:p>
          <a:p>
            <a:pPr eaLnBrk="1" hangingPunct="1"/>
            <a:r>
              <a:rPr lang="en-US" altLang="en-US" sz="2400" i="1"/>
              <a:t>identifying valid, novel, potentially useful, and </a:t>
            </a:r>
          </a:p>
          <a:p>
            <a:pPr eaLnBrk="1" hangingPunct="1"/>
            <a:r>
              <a:rPr lang="en-US" altLang="en-US" sz="2400" i="1"/>
              <a:t>ultimately understandable patterns in data” </a:t>
            </a:r>
            <a:r>
              <a:rPr lang="en-US" altLang="en-US" sz="2400"/>
              <a:t>(Fayyad</a:t>
            </a:r>
            <a:r>
              <a:rPr lang="en-US" altLang="en-US"/>
              <a:t>)</a:t>
            </a:r>
          </a:p>
        </p:txBody>
      </p:sp>
      <p:sp>
        <p:nvSpPr>
          <p:cNvPr id="9222" name="TextBox 6">
            <a:extLst>
              <a:ext uri="{FF2B5EF4-FFF2-40B4-BE49-F238E27FC236}">
                <a16:creationId xmlns:a16="http://schemas.microsoft.com/office/drawing/2014/main" id="{EA510D60-7BF8-5534-DD61-FB1D1D8D1D48}"/>
              </a:ext>
            </a:extLst>
          </p:cNvPr>
          <p:cNvSpPr txBox="1">
            <a:spLocks noChangeArrowheads="1"/>
          </p:cNvSpPr>
          <p:nvPr/>
        </p:nvSpPr>
        <p:spPr bwMode="auto">
          <a:xfrm>
            <a:off x="642938" y="2428875"/>
            <a:ext cx="2246312"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r>
              <a:rPr lang="en-US" altLang="en-US" sz="2600">
                <a:solidFill>
                  <a:srgbClr val="FF6600"/>
                </a:solidFill>
              </a:rPr>
              <a:t>Applications: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a:extLst>
              <a:ext uri="{FF2B5EF4-FFF2-40B4-BE49-F238E27FC236}">
                <a16:creationId xmlns:a16="http://schemas.microsoft.com/office/drawing/2014/main" id="{58E9116F-874C-B12E-188D-0F86331ECE6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0F613B65-BE16-E442-A425-ADAB5620E5F0}" type="slidenum">
              <a:rPr lang="tr-TR" altLang="en-US" sz="1400"/>
              <a:pPr eaLnBrk="1" hangingPunct="1"/>
              <a:t>60</a:t>
            </a:fld>
            <a:endParaRPr lang="tr-TR" altLang="en-US" sz="1400"/>
          </a:p>
        </p:txBody>
      </p:sp>
      <p:sp>
        <p:nvSpPr>
          <p:cNvPr id="10243" name="Rectangle 2">
            <a:extLst>
              <a:ext uri="{FF2B5EF4-FFF2-40B4-BE49-F238E27FC236}">
                <a16:creationId xmlns:a16="http://schemas.microsoft.com/office/drawing/2014/main" id="{0869CD2B-0F6E-1D29-4C73-18850CCD1DD0}"/>
              </a:ext>
            </a:extLst>
          </p:cNvPr>
          <p:cNvSpPr>
            <a:spLocks noGrp="1" noChangeArrowheads="1"/>
          </p:cNvSpPr>
          <p:nvPr>
            <p:ph type="title"/>
          </p:nvPr>
        </p:nvSpPr>
        <p:spPr/>
        <p:txBody>
          <a:bodyPr/>
          <a:lstStyle/>
          <a:p>
            <a:pPr eaLnBrk="1" hangingPunct="1"/>
            <a:r>
              <a:rPr lang="tr-TR" altLang="en-US"/>
              <a:t>What is Machine Learning?</a:t>
            </a:r>
          </a:p>
        </p:txBody>
      </p:sp>
      <p:sp>
        <p:nvSpPr>
          <p:cNvPr id="107523" name="Rectangle 3">
            <a:extLst>
              <a:ext uri="{FF2B5EF4-FFF2-40B4-BE49-F238E27FC236}">
                <a16:creationId xmlns:a16="http://schemas.microsoft.com/office/drawing/2014/main" id="{F086ADD5-5BAC-A704-A44D-14B49154D182}"/>
              </a:ext>
            </a:extLst>
          </p:cNvPr>
          <p:cNvSpPr>
            <a:spLocks noGrp="1" noChangeArrowheads="1"/>
          </p:cNvSpPr>
          <p:nvPr>
            <p:ph type="body" idx="1"/>
          </p:nvPr>
        </p:nvSpPr>
        <p:spPr>
          <a:xfrm>
            <a:off x="457200" y="1285875"/>
            <a:ext cx="8229600" cy="4581525"/>
          </a:xfrm>
        </p:spPr>
        <p:txBody>
          <a:bodyPr/>
          <a:lstStyle/>
          <a:p>
            <a:pPr eaLnBrk="1" hangingPunct="1">
              <a:defRPr/>
            </a:pPr>
            <a:endParaRPr lang="en-US" dirty="0"/>
          </a:p>
          <a:p>
            <a:pPr eaLnBrk="1" hangingPunct="1">
              <a:defRPr/>
            </a:pPr>
            <a:r>
              <a:rPr lang="en-US" dirty="0"/>
              <a:t>Machine Learning</a:t>
            </a:r>
          </a:p>
          <a:p>
            <a:pPr lvl="1" eaLnBrk="1" hangingPunct="1">
              <a:defRPr/>
            </a:pPr>
            <a:r>
              <a:rPr lang="en-US" dirty="0">
                <a:ea typeface="+mn-ea"/>
                <a:cs typeface="+mn-cs"/>
              </a:rPr>
              <a:t>Study of algorithms that</a:t>
            </a:r>
          </a:p>
          <a:p>
            <a:pPr lvl="1" eaLnBrk="1" hangingPunct="1">
              <a:defRPr/>
            </a:pPr>
            <a:r>
              <a:rPr lang="en-US" dirty="0">
                <a:ea typeface="+mn-ea"/>
                <a:cs typeface="+mn-cs"/>
              </a:rPr>
              <a:t>improve their performance</a:t>
            </a:r>
          </a:p>
          <a:p>
            <a:pPr lvl="1" eaLnBrk="1" hangingPunct="1">
              <a:defRPr/>
            </a:pPr>
            <a:r>
              <a:rPr lang="en-US" dirty="0">
                <a:ea typeface="+mn-ea"/>
                <a:cs typeface="+mn-cs"/>
              </a:rPr>
              <a:t>at some task</a:t>
            </a:r>
          </a:p>
          <a:p>
            <a:pPr lvl="1" eaLnBrk="1" hangingPunct="1">
              <a:defRPr/>
            </a:pPr>
            <a:r>
              <a:rPr lang="en-US" dirty="0">
                <a:ea typeface="+mn-ea"/>
                <a:cs typeface="+mn-cs"/>
              </a:rPr>
              <a:t>with experience</a:t>
            </a:r>
          </a:p>
          <a:p>
            <a:pPr eaLnBrk="1" hangingPunct="1">
              <a:defRPr/>
            </a:pPr>
            <a:r>
              <a:rPr lang="tr-TR" dirty="0"/>
              <a:t>Optimize a performance criterion using example data or past experience.</a:t>
            </a:r>
          </a:p>
          <a:p>
            <a:pPr eaLnBrk="1" hangingPunct="1">
              <a:defRPr/>
            </a:pPr>
            <a:r>
              <a:rPr lang="tr-TR" dirty="0"/>
              <a:t>Role of Statistics: Inference from a sample</a:t>
            </a:r>
          </a:p>
          <a:p>
            <a:pPr eaLnBrk="1" hangingPunct="1">
              <a:defRPr/>
            </a:pPr>
            <a:r>
              <a:rPr lang="tr-TR" dirty="0"/>
              <a:t>Role of Computer science: Efficient algorithms to</a:t>
            </a:r>
          </a:p>
          <a:p>
            <a:pPr lvl="1" eaLnBrk="1" hangingPunct="1">
              <a:defRPr/>
            </a:pPr>
            <a:r>
              <a:rPr lang="tr-TR" sz="2400" dirty="0"/>
              <a:t>Solve the optimization problem</a:t>
            </a:r>
          </a:p>
          <a:p>
            <a:pPr lvl="1" eaLnBrk="1" hangingPunct="1">
              <a:defRPr/>
            </a:pPr>
            <a:r>
              <a:rPr lang="tr-TR" sz="2400" dirty="0"/>
              <a:t>Representing and evaluating the model for inference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FEFBF29F-3B5E-113C-3845-8AA9C2245DB7}"/>
              </a:ext>
            </a:extLst>
          </p:cNvPr>
          <p:cNvSpPr>
            <a:spLocks noGrp="1"/>
          </p:cNvSpPr>
          <p:nvPr>
            <p:ph type="title"/>
          </p:nvPr>
        </p:nvSpPr>
        <p:spPr>
          <a:xfrm>
            <a:off x="457200" y="457200"/>
            <a:ext cx="8258175" cy="757238"/>
          </a:xfrm>
        </p:spPr>
        <p:txBody>
          <a:bodyPr/>
          <a:lstStyle/>
          <a:p>
            <a:pPr eaLnBrk="1" hangingPunct="1"/>
            <a:r>
              <a:rPr lang="en-US" altLang="en-US">
                <a:solidFill>
                  <a:schemeClr val="tx1"/>
                </a:solidFill>
              </a:rPr>
              <a:t>Growth of Machine Learning</a:t>
            </a:r>
          </a:p>
        </p:txBody>
      </p:sp>
      <p:sp>
        <p:nvSpPr>
          <p:cNvPr id="3" name="Content Placeholder 2">
            <a:extLst>
              <a:ext uri="{FF2B5EF4-FFF2-40B4-BE49-F238E27FC236}">
                <a16:creationId xmlns:a16="http://schemas.microsoft.com/office/drawing/2014/main" id="{BE39243B-CAD0-16C5-3747-B6BF24AEA21D}"/>
              </a:ext>
            </a:extLst>
          </p:cNvPr>
          <p:cNvSpPr>
            <a:spLocks noGrp="1"/>
          </p:cNvSpPr>
          <p:nvPr>
            <p:ph idx="1"/>
          </p:nvPr>
        </p:nvSpPr>
        <p:spPr>
          <a:xfrm>
            <a:off x="0" y="1357313"/>
            <a:ext cx="9144000" cy="4510087"/>
          </a:xfrm>
        </p:spPr>
        <p:txBody>
          <a:bodyPr/>
          <a:lstStyle/>
          <a:p>
            <a:pPr eaLnBrk="1" hangingPunct="1">
              <a:defRPr/>
            </a:pPr>
            <a:r>
              <a:rPr lang="en-US" sz="2000" dirty="0"/>
              <a:t>Machine learning is preferred approach to</a:t>
            </a:r>
          </a:p>
          <a:p>
            <a:pPr lvl="1" eaLnBrk="1" hangingPunct="1">
              <a:defRPr/>
            </a:pPr>
            <a:r>
              <a:rPr lang="en-US" dirty="0">
                <a:ea typeface="+mn-ea"/>
                <a:cs typeface="+mn-cs"/>
              </a:rPr>
              <a:t>Speech recognition, Natural language processing</a:t>
            </a:r>
          </a:p>
          <a:p>
            <a:pPr lvl="1" eaLnBrk="1" hangingPunct="1">
              <a:defRPr/>
            </a:pPr>
            <a:r>
              <a:rPr lang="en-US" dirty="0">
                <a:ea typeface="+mn-ea"/>
                <a:cs typeface="+mn-cs"/>
              </a:rPr>
              <a:t>Computer vision</a:t>
            </a:r>
          </a:p>
          <a:p>
            <a:pPr lvl="1" eaLnBrk="1" hangingPunct="1">
              <a:defRPr/>
            </a:pPr>
            <a:r>
              <a:rPr lang="en-US" dirty="0">
                <a:ea typeface="+mn-ea"/>
                <a:cs typeface="+mn-cs"/>
              </a:rPr>
              <a:t>Medical outcomes analysis</a:t>
            </a:r>
          </a:p>
          <a:p>
            <a:pPr lvl="1" eaLnBrk="1" hangingPunct="1">
              <a:defRPr/>
            </a:pPr>
            <a:r>
              <a:rPr lang="en-US" dirty="0">
                <a:ea typeface="+mn-ea"/>
                <a:cs typeface="+mn-cs"/>
              </a:rPr>
              <a:t>Robot control</a:t>
            </a:r>
          </a:p>
          <a:p>
            <a:pPr lvl="1" eaLnBrk="1" hangingPunct="1">
              <a:defRPr/>
            </a:pPr>
            <a:r>
              <a:rPr lang="en-US" dirty="0">
                <a:ea typeface="+mn-ea"/>
                <a:cs typeface="+mn-cs"/>
              </a:rPr>
              <a:t>Computational biology</a:t>
            </a:r>
          </a:p>
          <a:p>
            <a:pPr eaLnBrk="1" hangingPunct="1">
              <a:defRPr/>
            </a:pPr>
            <a:r>
              <a:rPr lang="en-US" sz="2000" dirty="0"/>
              <a:t>This trend is accelerating</a:t>
            </a:r>
          </a:p>
          <a:p>
            <a:pPr lvl="1" eaLnBrk="1" hangingPunct="1">
              <a:defRPr/>
            </a:pPr>
            <a:r>
              <a:rPr lang="en-US" dirty="0">
                <a:ea typeface="+mn-ea"/>
                <a:cs typeface="+mn-cs"/>
              </a:rPr>
              <a:t>Improved machine learning algorithms</a:t>
            </a:r>
          </a:p>
          <a:p>
            <a:pPr lvl="1" eaLnBrk="1" hangingPunct="1">
              <a:defRPr/>
            </a:pPr>
            <a:r>
              <a:rPr lang="en-US" dirty="0">
                <a:ea typeface="+mn-ea"/>
                <a:cs typeface="+mn-cs"/>
              </a:rPr>
              <a:t>Improved data capture, networking, faster computers</a:t>
            </a:r>
          </a:p>
          <a:p>
            <a:pPr lvl="1" eaLnBrk="1" hangingPunct="1">
              <a:defRPr/>
            </a:pPr>
            <a:r>
              <a:rPr lang="en-US" dirty="0">
                <a:ea typeface="+mn-ea"/>
                <a:cs typeface="+mn-cs"/>
              </a:rPr>
              <a:t>Software too complex to write by hand</a:t>
            </a:r>
          </a:p>
          <a:p>
            <a:pPr lvl="1" eaLnBrk="1" hangingPunct="1">
              <a:defRPr/>
            </a:pPr>
            <a:r>
              <a:rPr lang="en-US" dirty="0">
                <a:ea typeface="+mn-ea"/>
                <a:cs typeface="+mn-cs"/>
              </a:rPr>
              <a:t>New sensors / IO devices</a:t>
            </a:r>
          </a:p>
          <a:p>
            <a:pPr lvl="1" eaLnBrk="1" hangingPunct="1">
              <a:defRPr/>
            </a:pPr>
            <a:r>
              <a:rPr lang="en-US" dirty="0">
                <a:ea typeface="+mn-ea"/>
                <a:cs typeface="+mn-cs"/>
              </a:rPr>
              <a:t>Demand for self-customization to user, environment</a:t>
            </a:r>
          </a:p>
          <a:p>
            <a:pPr lvl="1" eaLnBrk="1" hangingPunct="1">
              <a:defRPr/>
            </a:pPr>
            <a:r>
              <a:rPr lang="en-US" dirty="0">
                <a:ea typeface="+mn-ea"/>
                <a:cs typeface="+mn-cs"/>
              </a:rPr>
              <a:t>It turns out to be difficult to extract knowledge from human </a:t>
            </a:r>
            <a:r>
              <a:rPr lang="en-US" dirty="0" err="1">
                <a:ea typeface="+mn-ea"/>
                <a:cs typeface="+mn-cs"/>
              </a:rPr>
              <a:t>experts</a:t>
            </a:r>
            <a:r>
              <a:rPr lang="en-US" dirty="0" err="1">
                <a:ea typeface="+mn-ea"/>
                <a:cs typeface="+mn-cs"/>
                <a:sym typeface="Wingdings" pitchFamily="2" charset="2"/>
              </a:rPr>
              <a:t></a:t>
            </a:r>
            <a:r>
              <a:rPr lang="en-US" i="1" dirty="0" err="1">
                <a:ea typeface="+mn-ea"/>
                <a:cs typeface="+mn-cs"/>
                <a:sym typeface="Wingdings" pitchFamily="2" charset="2"/>
              </a:rPr>
              <a:t>failure</a:t>
            </a:r>
            <a:r>
              <a:rPr lang="en-US" i="1" dirty="0">
                <a:ea typeface="+mn-ea"/>
                <a:cs typeface="+mn-cs"/>
                <a:sym typeface="Wingdings" pitchFamily="2" charset="2"/>
              </a:rPr>
              <a:t> of expert systems in the 1980’s.</a:t>
            </a:r>
            <a:endParaRPr lang="en-US" i="1" dirty="0">
              <a:ea typeface="+mn-ea"/>
              <a:cs typeface="+mn-cs"/>
            </a:endParaRPr>
          </a:p>
        </p:txBody>
      </p:sp>
      <p:sp>
        <p:nvSpPr>
          <p:cNvPr id="4" name="Footer Placeholder 3">
            <a:extLst>
              <a:ext uri="{FF2B5EF4-FFF2-40B4-BE49-F238E27FC236}">
                <a16:creationId xmlns:a16="http://schemas.microsoft.com/office/drawing/2014/main" id="{B646CCA9-4DF2-B07E-2C98-4D71BA1AABA1}"/>
              </a:ext>
            </a:extLst>
          </p:cNvPr>
          <p:cNvSpPr>
            <a:spLocks noGrp="1"/>
          </p:cNvSpPr>
          <p:nvPr>
            <p:ph type="ftr" sz="quarter" idx="10"/>
          </p:nvPr>
        </p:nvSpPr>
        <p:spPr/>
        <p:txBody>
          <a:bodyPr/>
          <a:lstStyle/>
          <a:p>
            <a:pPr>
              <a:defRPr/>
            </a:pPr>
            <a:r>
              <a:rPr lang="en-US"/>
              <a:t>Alpydin &amp; Ch. Eick: ML Topic1</a:t>
            </a:r>
            <a:endParaRPr lang="tr-TR"/>
          </a:p>
        </p:txBody>
      </p:sp>
      <p:sp>
        <p:nvSpPr>
          <p:cNvPr id="11269" name="Slide Number Placeholder 4">
            <a:extLst>
              <a:ext uri="{FF2B5EF4-FFF2-40B4-BE49-F238E27FC236}">
                <a16:creationId xmlns:a16="http://schemas.microsoft.com/office/drawing/2014/main" id="{6B54C16A-FB79-255F-AEED-7751099AE6D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4D3C6C87-185D-7648-A6D2-81BDEC2B9C8D}" type="slidenum">
              <a:rPr lang="tr-TR" altLang="en-US" sz="1400"/>
              <a:pPr eaLnBrk="1" hangingPunct="1"/>
              <a:t>61</a:t>
            </a:fld>
            <a:endParaRPr lang="tr-TR" altLang="en-US" sz="14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4">
            <a:extLst>
              <a:ext uri="{FF2B5EF4-FFF2-40B4-BE49-F238E27FC236}">
                <a16:creationId xmlns:a16="http://schemas.microsoft.com/office/drawing/2014/main" id="{B9A1C621-41A0-58FA-43DC-C44629252B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E0D68397-68BE-834C-8D60-2F83E7799E59}" type="slidenum">
              <a:rPr lang="tr-TR" altLang="en-US" sz="1400"/>
              <a:pPr eaLnBrk="1" hangingPunct="1"/>
              <a:t>62</a:t>
            </a:fld>
            <a:endParaRPr lang="tr-TR" altLang="en-US" sz="1400"/>
          </a:p>
        </p:txBody>
      </p:sp>
      <p:sp>
        <p:nvSpPr>
          <p:cNvPr id="12291" name="Rectangle 2">
            <a:extLst>
              <a:ext uri="{FF2B5EF4-FFF2-40B4-BE49-F238E27FC236}">
                <a16:creationId xmlns:a16="http://schemas.microsoft.com/office/drawing/2014/main" id="{E983B67C-8723-81A0-30CF-0566ED8D6D47}"/>
              </a:ext>
            </a:extLst>
          </p:cNvPr>
          <p:cNvSpPr>
            <a:spLocks noGrp="1" noChangeArrowheads="1"/>
          </p:cNvSpPr>
          <p:nvPr>
            <p:ph type="title"/>
          </p:nvPr>
        </p:nvSpPr>
        <p:spPr/>
        <p:txBody>
          <a:bodyPr/>
          <a:lstStyle/>
          <a:p>
            <a:pPr eaLnBrk="1" hangingPunct="1"/>
            <a:r>
              <a:rPr lang="tr-TR" altLang="en-US"/>
              <a:t>Applications</a:t>
            </a:r>
          </a:p>
        </p:txBody>
      </p:sp>
      <p:sp>
        <p:nvSpPr>
          <p:cNvPr id="12292" name="Rectangle 3">
            <a:extLst>
              <a:ext uri="{FF2B5EF4-FFF2-40B4-BE49-F238E27FC236}">
                <a16:creationId xmlns:a16="http://schemas.microsoft.com/office/drawing/2014/main" id="{A21631E4-CADE-8A2B-E9E0-6AAAE0A5A11E}"/>
              </a:ext>
            </a:extLst>
          </p:cNvPr>
          <p:cNvSpPr>
            <a:spLocks noGrp="1" noChangeArrowheads="1"/>
          </p:cNvSpPr>
          <p:nvPr>
            <p:ph type="body" idx="1"/>
          </p:nvPr>
        </p:nvSpPr>
        <p:spPr/>
        <p:txBody>
          <a:bodyPr/>
          <a:lstStyle/>
          <a:p>
            <a:pPr eaLnBrk="1" hangingPunct="1"/>
            <a:r>
              <a:rPr lang="tr-TR" altLang="en-US"/>
              <a:t>Association</a:t>
            </a:r>
            <a:r>
              <a:rPr lang="en-US" altLang="en-US"/>
              <a:t> Analysis</a:t>
            </a:r>
            <a:endParaRPr lang="tr-TR" altLang="en-US"/>
          </a:p>
          <a:p>
            <a:pPr eaLnBrk="1" hangingPunct="1"/>
            <a:r>
              <a:rPr lang="tr-TR" altLang="en-US"/>
              <a:t>Supervised Learning</a:t>
            </a:r>
          </a:p>
          <a:p>
            <a:pPr lvl="1" eaLnBrk="1" hangingPunct="1"/>
            <a:r>
              <a:rPr lang="tr-TR" altLang="en-US"/>
              <a:t>Classification</a:t>
            </a:r>
          </a:p>
          <a:p>
            <a:pPr lvl="1" eaLnBrk="1" hangingPunct="1"/>
            <a:r>
              <a:rPr lang="tr-TR" altLang="en-US"/>
              <a:t>Regression</a:t>
            </a:r>
            <a:r>
              <a:rPr lang="en-US" altLang="en-US"/>
              <a:t>/Prediction </a:t>
            </a:r>
            <a:endParaRPr lang="tr-TR" altLang="en-US"/>
          </a:p>
          <a:p>
            <a:pPr eaLnBrk="1" hangingPunct="1"/>
            <a:r>
              <a:rPr lang="tr-TR" altLang="en-US"/>
              <a:t>Unsupervised Learning</a:t>
            </a:r>
          </a:p>
          <a:p>
            <a:pPr eaLnBrk="1" hangingPunct="1"/>
            <a:r>
              <a:rPr lang="tr-TR" altLang="en-US"/>
              <a:t>Reinforcement Learning</a:t>
            </a:r>
            <a:endParaRPr lang="en-US" altLang="en-US"/>
          </a:p>
          <a:p>
            <a:pPr eaLnBrk="1" hangingPunct="1">
              <a:buFont typeface="Wingdings" pitchFamily="2" charset="2"/>
              <a:buNone/>
            </a:pPr>
            <a:endParaRPr lang="tr-TR"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943E6C1-BC64-6F80-2F9C-851D81764B6C}"/>
              </a:ext>
            </a:extLst>
          </p:cNvPr>
          <p:cNvSpPr>
            <a:spLocks noGrp="1" noChangeArrowheads="1"/>
          </p:cNvSpPr>
          <p:nvPr>
            <p:ph type="title"/>
          </p:nvPr>
        </p:nvSpPr>
        <p:spPr>
          <a:xfrm>
            <a:off x="457200" y="457200"/>
            <a:ext cx="8229600" cy="1114425"/>
          </a:xfrm>
        </p:spPr>
        <p:txBody>
          <a:bodyPr/>
          <a:lstStyle/>
          <a:p>
            <a:pPr eaLnBrk="1" hangingPunct="1"/>
            <a:r>
              <a:rPr lang="tr-TR" altLang="en-US"/>
              <a:t>Learning Associations</a:t>
            </a:r>
          </a:p>
        </p:txBody>
      </p:sp>
      <p:sp>
        <p:nvSpPr>
          <p:cNvPr id="1028" name="Rectangle 3">
            <a:extLst>
              <a:ext uri="{FF2B5EF4-FFF2-40B4-BE49-F238E27FC236}">
                <a16:creationId xmlns:a16="http://schemas.microsoft.com/office/drawing/2014/main" id="{8AEB9004-3D9F-7CEE-40ED-BC2AD4252BB4}"/>
              </a:ext>
            </a:extLst>
          </p:cNvPr>
          <p:cNvSpPr>
            <a:spLocks noGrp="1" noChangeArrowheads="1"/>
          </p:cNvSpPr>
          <p:nvPr>
            <p:ph type="body" idx="1"/>
          </p:nvPr>
        </p:nvSpPr>
        <p:spPr>
          <a:xfrm>
            <a:off x="457200" y="1571625"/>
            <a:ext cx="8229600" cy="4295775"/>
          </a:xfrm>
        </p:spPr>
        <p:txBody>
          <a:bodyPr/>
          <a:lstStyle/>
          <a:p>
            <a:pPr eaLnBrk="1" hangingPunct="1"/>
            <a:r>
              <a:rPr lang="tr-TR" altLang="en-US"/>
              <a:t>Basket analysis: </a:t>
            </a:r>
          </a:p>
          <a:p>
            <a:pPr eaLnBrk="1" hangingPunct="1">
              <a:buFont typeface="Wingdings" pitchFamily="2" charset="2"/>
              <a:buNone/>
            </a:pPr>
            <a:r>
              <a:rPr lang="tr-TR" altLang="en-US"/>
              <a:t>	</a:t>
            </a:r>
            <a:r>
              <a:rPr lang="tr-TR" altLang="en-US" i="1"/>
              <a:t>P </a:t>
            </a:r>
            <a:r>
              <a:rPr lang="tr-TR" altLang="en-US"/>
              <a:t>(</a:t>
            </a:r>
            <a:r>
              <a:rPr lang="tr-TR" altLang="en-US" i="1"/>
              <a:t>Y </a:t>
            </a:r>
            <a:r>
              <a:rPr lang="tr-TR" altLang="en-US"/>
              <a:t>| </a:t>
            </a:r>
            <a:r>
              <a:rPr lang="tr-TR" altLang="en-US" i="1"/>
              <a:t>X </a:t>
            </a:r>
            <a:r>
              <a:rPr lang="tr-TR" altLang="en-US"/>
              <a:t>) probability that somebody who buys </a:t>
            </a:r>
            <a:r>
              <a:rPr lang="tr-TR" altLang="en-US" i="1"/>
              <a:t>X</a:t>
            </a:r>
            <a:r>
              <a:rPr lang="tr-TR" altLang="en-US"/>
              <a:t> also buys </a:t>
            </a:r>
            <a:r>
              <a:rPr lang="tr-TR" altLang="en-US" i="1"/>
              <a:t>Y </a:t>
            </a:r>
            <a:r>
              <a:rPr lang="tr-TR" altLang="en-US"/>
              <a:t>where </a:t>
            </a:r>
            <a:r>
              <a:rPr lang="tr-TR" altLang="en-US" i="1"/>
              <a:t>X</a:t>
            </a:r>
            <a:r>
              <a:rPr lang="tr-TR" altLang="en-US"/>
              <a:t> and </a:t>
            </a:r>
            <a:r>
              <a:rPr lang="tr-TR" altLang="en-US" i="1"/>
              <a:t>Y</a:t>
            </a:r>
            <a:r>
              <a:rPr lang="tr-TR" altLang="en-US"/>
              <a:t> are products/services.</a:t>
            </a:r>
          </a:p>
          <a:p>
            <a:pPr eaLnBrk="1" hangingPunct="1">
              <a:buFont typeface="Wingdings" pitchFamily="2" charset="2"/>
              <a:buNone/>
            </a:pPr>
            <a:r>
              <a:rPr lang="tr-TR" altLang="en-US"/>
              <a:t>	</a:t>
            </a:r>
          </a:p>
          <a:p>
            <a:pPr eaLnBrk="1" hangingPunct="1">
              <a:buFont typeface="Wingdings" pitchFamily="2" charset="2"/>
              <a:buNone/>
            </a:pPr>
            <a:r>
              <a:rPr lang="tr-TR" altLang="en-US"/>
              <a:t>	Example: </a:t>
            </a:r>
            <a:r>
              <a:rPr lang="tr-TR" altLang="en-US" i="1"/>
              <a:t>P </a:t>
            </a:r>
            <a:r>
              <a:rPr lang="tr-TR" altLang="en-US"/>
              <a:t>( chips | beer ) = 0.7</a:t>
            </a:r>
          </a:p>
        </p:txBody>
      </p:sp>
      <p:sp>
        <p:nvSpPr>
          <p:cNvPr id="1029" name="Text Box 4">
            <a:extLst>
              <a:ext uri="{FF2B5EF4-FFF2-40B4-BE49-F238E27FC236}">
                <a16:creationId xmlns:a16="http://schemas.microsoft.com/office/drawing/2014/main" id="{48413F8B-4441-FDE5-8B93-AF6EAC12FA81}"/>
              </a:ext>
            </a:extLst>
          </p:cNvPr>
          <p:cNvSpPr txBox="1">
            <a:spLocks noChangeArrowheads="1"/>
          </p:cNvSpPr>
          <p:nvPr/>
        </p:nvSpPr>
        <p:spPr bwMode="auto">
          <a:xfrm>
            <a:off x="357188" y="4000500"/>
            <a:ext cx="419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spcBef>
                <a:spcPct val="50000"/>
              </a:spcBef>
            </a:pPr>
            <a:r>
              <a:rPr lang="en-US" altLang="en-US" sz="2000">
                <a:solidFill>
                  <a:srgbClr val="0C6D9C"/>
                </a:solidFill>
              </a:rPr>
              <a:t>Market-Basket transactions</a:t>
            </a:r>
          </a:p>
        </p:txBody>
      </p:sp>
      <p:graphicFrame>
        <p:nvGraphicFramePr>
          <p:cNvPr id="1026" name="Object 5">
            <a:extLst>
              <a:ext uri="{FF2B5EF4-FFF2-40B4-BE49-F238E27FC236}">
                <a16:creationId xmlns:a16="http://schemas.microsoft.com/office/drawing/2014/main" id="{E39BBDD5-6CEF-A44B-647C-7A9ADC7AE1A1}"/>
              </a:ext>
            </a:extLst>
          </p:cNvPr>
          <p:cNvGraphicFramePr>
            <a:graphicFrameLocks noChangeAspect="1"/>
          </p:cNvGraphicFramePr>
          <p:nvPr/>
        </p:nvGraphicFramePr>
        <p:xfrm>
          <a:off x="280988" y="4325938"/>
          <a:ext cx="4343400" cy="2532062"/>
        </p:xfrm>
        <a:graphic>
          <a:graphicData uri="http://schemas.openxmlformats.org/presentationml/2006/ole">
            <mc:AlternateContent xmlns:mc="http://schemas.openxmlformats.org/markup-compatibility/2006">
              <mc:Choice xmlns:v="urn:schemas-microsoft-com:vml" Requires="v">
                <p:oleObj name="Document" r:id="rId2" imgW="28549600" imgH="16649700" progId="Word.Document.8">
                  <p:embed/>
                </p:oleObj>
              </mc:Choice>
              <mc:Fallback>
                <p:oleObj name="Document" r:id="rId2" imgW="28549600" imgH="16649700" progId="Word.Document.8">
                  <p:embed/>
                  <p:pic>
                    <p:nvPicPr>
                      <p:cNvPr id="1026" name="Object 5">
                        <a:extLst>
                          <a:ext uri="{FF2B5EF4-FFF2-40B4-BE49-F238E27FC236}">
                            <a16:creationId xmlns:a16="http://schemas.microsoft.com/office/drawing/2014/main" id="{E39BBDD5-6CEF-A44B-647C-7A9ADC7AE1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4325938"/>
                        <a:ext cx="4343400" cy="2532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a:extLst>
              <a:ext uri="{FF2B5EF4-FFF2-40B4-BE49-F238E27FC236}">
                <a16:creationId xmlns:a16="http://schemas.microsoft.com/office/drawing/2014/main" id="{52245E6E-E422-17FB-BB9F-BC4506BE7AD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C215B4DB-762A-5B41-9B34-50BB47231AE8}" type="slidenum">
              <a:rPr lang="tr-TR" altLang="en-US" sz="1400"/>
              <a:pPr eaLnBrk="1" hangingPunct="1"/>
              <a:t>64</a:t>
            </a:fld>
            <a:endParaRPr lang="tr-TR" altLang="en-US" sz="1400"/>
          </a:p>
        </p:txBody>
      </p:sp>
      <p:sp>
        <p:nvSpPr>
          <p:cNvPr id="14339" name="Rectangle 2">
            <a:extLst>
              <a:ext uri="{FF2B5EF4-FFF2-40B4-BE49-F238E27FC236}">
                <a16:creationId xmlns:a16="http://schemas.microsoft.com/office/drawing/2014/main" id="{BCDB6D80-83E7-D503-1FA3-E179DD65A691}"/>
              </a:ext>
            </a:extLst>
          </p:cNvPr>
          <p:cNvSpPr>
            <a:spLocks noGrp="1" noChangeArrowheads="1"/>
          </p:cNvSpPr>
          <p:nvPr>
            <p:ph type="title"/>
          </p:nvPr>
        </p:nvSpPr>
        <p:spPr/>
        <p:txBody>
          <a:bodyPr/>
          <a:lstStyle/>
          <a:p>
            <a:pPr eaLnBrk="1" hangingPunct="1"/>
            <a:r>
              <a:rPr lang="tr-TR" altLang="en-US"/>
              <a:t>Classification: Applications</a:t>
            </a:r>
          </a:p>
        </p:txBody>
      </p:sp>
      <p:sp>
        <p:nvSpPr>
          <p:cNvPr id="14340" name="Rectangle 3">
            <a:extLst>
              <a:ext uri="{FF2B5EF4-FFF2-40B4-BE49-F238E27FC236}">
                <a16:creationId xmlns:a16="http://schemas.microsoft.com/office/drawing/2014/main" id="{D093555E-1DB2-A7C2-260E-073803F5E204}"/>
              </a:ext>
            </a:extLst>
          </p:cNvPr>
          <p:cNvSpPr>
            <a:spLocks noGrp="1" noChangeArrowheads="1"/>
          </p:cNvSpPr>
          <p:nvPr>
            <p:ph type="body" idx="1"/>
          </p:nvPr>
        </p:nvSpPr>
        <p:spPr/>
        <p:txBody>
          <a:bodyPr/>
          <a:lstStyle/>
          <a:p>
            <a:pPr eaLnBrk="1" hangingPunct="1">
              <a:lnSpc>
                <a:spcPct val="90000"/>
              </a:lnSpc>
            </a:pPr>
            <a:r>
              <a:rPr lang="tr-TR" altLang="en-US"/>
              <a:t>Aka Pattern recognition</a:t>
            </a:r>
          </a:p>
          <a:p>
            <a:pPr eaLnBrk="1" hangingPunct="1">
              <a:lnSpc>
                <a:spcPct val="90000"/>
              </a:lnSpc>
            </a:pPr>
            <a:r>
              <a:rPr lang="tr-TR" altLang="en-US">
                <a:solidFill>
                  <a:schemeClr val="bg2"/>
                </a:solidFill>
              </a:rPr>
              <a:t>Face recognition:</a:t>
            </a:r>
            <a:r>
              <a:rPr lang="tr-TR" altLang="en-US"/>
              <a:t> Pose, lighting, occlusion (glasses, beard), make-up, hair style </a:t>
            </a:r>
          </a:p>
          <a:p>
            <a:pPr eaLnBrk="1" hangingPunct="1">
              <a:lnSpc>
                <a:spcPct val="90000"/>
              </a:lnSpc>
            </a:pPr>
            <a:r>
              <a:rPr lang="tr-TR" altLang="en-US">
                <a:solidFill>
                  <a:schemeClr val="bg2"/>
                </a:solidFill>
              </a:rPr>
              <a:t>Character recognition:</a:t>
            </a:r>
            <a:r>
              <a:rPr lang="tr-TR" altLang="en-US"/>
              <a:t> Different handwriting styles.</a:t>
            </a:r>
          </a:p>
          <a:p>
            <a:pPr eaLnBrk="1" hangingPunct="1">
              <a:lnSpc>
                <a:spcPct val="90000"/>
              </a:lnSpc>
            </a:pPr>
            <a:r>
              <a:rPr lang="tr-TR" altLang="en-US">
                <a:solidFill>
                  <a:schemeClr val="bg2"/>
                </a:solidFill>
              </a:rPr>
              <a:t>Speech recognition:</a:t>
            </a:r>
            <a:r>
              <a:rPr lang="tr-TR" altLang="en-US"/>
              <a:t> Temporal dependency. </a:t>
            </a:r>
          </a:p>
          <a:p>
            <a:pPr lvl="1" eaLnBrk="1" hangingPunct="1">
              <a:lnSpc>
                <a:spcPct val="90000"/>
              </a:lnSpc>
            </a:pPr>
            <a:r>
              <a:rPr lang="tr-TR" altLang="en-US"/>
              <a:t>Use of a dictionary or the syntax of the language. </a:t>
            </a:r>
          </a:p>
          <a:p>
            <a:pPr lvl="1" eaLnBrk="1" hangingPunct="1">
              <a:lnSpc>
                <a:spcPct val="90000"/>
              </a:lnSpc>
            </a:pPr>
            <a:r>
              <a:rPr lang="tr-TR" altLang="en-US"/>
              <a:t>Sensor fusion: Combine multiple modalities; eg, visual (lip image) and acoustic for speech</a:t>
            </a:r>
          </a:p>
          <a:p>
            <a:pPr eaLnBrk="1" hangingPunct="1">
              <a:lnSpc>
                <a:spcPct val="90000"/>
              </a:lnSpc>
            </a:pPr>
            <a:r>
              <a:rPr lang="tr-TR" altLang="en-US">
                <a:solidFill>
                  <a:schemeClr val="bg2"/>
                </a:solidFill>
              </a:rPr>
              <a:t>Medical diagnosis:</a:t>
            </a:r>
            <a:r>
              <a:rPr lang="tr-TR" altLang="en-US"/>
              <a:t> From symptoms to illnesses</a:t>
            </a:r>
          </a:p>
          <a:p>
            <a:pPr eaLnBrk="1" hangingPunct="1">
              <a:lnSpc>
                <a:spcPct val="90000"/>
              </a:lnSpc>
            </a:pPr>
            <a:r>
              <a:rPr lang="en-US" altLang="en-US">
                <a:solidFill>
                  <a:schemeClr val="bg2"/>
                </a:solidFill>
              </a:rPr>
              <a:t>Web Advertizing: </a:t>
            </a:r>
            <a:r>
              <a:rPr lang="en-US" altLang="en-US"/>
              <a:t>Predict if a user clicks on an ad on the Internet.</a:t>
            </a:r>
            <a:endParaRPr lang="tr-TR"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ED17B329-2691-4F41-755C-19F886F35A7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314BC2C9-0C73-B94B-9773-181D5653D625}" type="slidenum">
              <a:rPr lang="tr-TR" altLang="en-US" sz="1400"/>
              <a:pPr eaLnBrk="1" hangingPunct="1"/>
              <a:t>65</a:t>
            </a:fld>
            <a:endParaRPr lang="tr-TR" altLang="en-US" sz="1400"/>
          </a:p>
        </p:txBody>
      </p:sp>
      <p:sp>
        <p:nvSpPr>
          <p:cNvPr id="20483" name="Rectangle 2">
            <a:extLst>
              <a:ext uri="{FF2B5EF4-FFF2-40B4-BE49-F238E27FC236}">
                <a16:creationId xmlns:a16="http://schemas.microsoft.com/office/drawing/2014/main" id="{E1F8F167-3F6E-5401-7748-A1ECFF29FF44}"/>
              </a:ext>
            </a:extLst>
          </p:cNvPr>
          <p:cNvSpPr>
            <a:spLocks noGrp="1" noChangeArrowheads="1"/>
          </p:cNvSpPr>
          <p:nvPr>
            <p:ph type="title"/>
          </p:nvPr>
        </p:nvSpPr>
        <p:spPr/>
        <p:txBody>
          <a:bodyPr/>
          <a:lstStyle/>
          <a:p>
            <a:pPr eaLnBrk="1" hangingPunct="1"/>
            <a:r>
              <a:rPr lang="tr-TR" altLang="en-US"/>
              <a:t>Reinforcement Learning</a:t>
            </a:r>
          </a:p>
        </p:txBody>
      </p:sp>
      <p:sp>
        <p:nvSpPr>
          <p:cNvPr id="20484" name="Rectangle 3">
            <a:extLst>
              <a:ext uri="{FF2B5EF4-FFF2-40B4-BE49-F238E27FC236}">
                <a16:creationId xmlns:a16="http://schemas.microsoft.com/office/drawing/2014/main" id="{233B9C5C-4BB5-6F8A-2BE5-14567D5D5618}"/>
              </a:ext>
            </a:extLst>
          </p:cNvPr>
          <p:cNvSpPr>
            <a:spLocks noGrp="1" noChangeArrowheads="1"/>
          </p:cNvSpPr>
          <p:nvPr>
            <p:ph type="body" idx="1"/>
          </p:nvPr>
        </p:nvSpPr>
        <p:spPr/>
        <p:txBody>
          <a:bodyPr/>
          <a:lstStyle/>
          <a:p>
            <a:pPr eaLnBrk="1" hangingPunct="1"/>
            <a:r>
              <a:rPr lang="en-US" altLang="en-US"/>
              <a:t>Topics:</a:t>
            </a:r>
          </a:p>
          <a:p>
            <a:pPr lvl="1" eaLnBrk="1" hangingPunct="1"/>
            <a:r>
              <a:rPr lang="en-US" altLang="en-US"/>
              <a:t>Policies</a:t>
            </a:r>
            <a:r>
              <a:rPr lang="tr-TR" altLang="en-US"/>
              <a:t>: </a:t>
            </a:r>
            <a:r>
              <a:rPr lang="en-US" altLang="en-US"/>
              <a:t>what actions should an agent take in a particular situation</a:t>
            </a:r>
          </a:p>
          <a:p>
            <a:pPr lvl="1" eaLnBrk="1" hangingPunct="1"/>
            <a:r>
              <a:rPr lang="en-US" altLang="en-US"/>
              <a:t>Utility estimation: how good is a state (</a:t>
            </a:r>
            <a:r>
              <a:rPr lang="en-US" altLang="en-US">
                <a:sym typeface="Wingdings" pitchFamily="2" charset="2"/>
              </a:rPr>
              <a:t>used by policy)</a:t>
            </a:r>
            <a:endParaRPr lang="tr-TR" altLang="en-US"/>
          </a:p>
          <a:p>
            <a:pPr eaLnBrk="1" hangingPunct="1"/>
            <a:r>
              <a:rPr lang="tr-TR" altLang="en-US"/>
              <a:t>No supervised output but delayed reward</a:t>
            </a:r>
          </a:p>
          <a:p>
            <a:pPr eaLnBrk="1" hangingPunct="1"/>
            <a:r>
              <a:rPr lang="tr-TR" altLang="en-US"/>
              <a:t>Credit assignment problem</a:t>
            </a:r>
            <a:r>
              <a:rPr lang="en-US" altLang="en-US"/>
              <a:t> (what was responsible for the outcome) </a:t>
            </a:r>
          </a:p>
          <a:p>
            <a:pPr eaLnBrk="1" hangingPunct="1"/>
            <a:r>
              <a:rPr lang="en-US" altLang="en-US"/>
              <a:t>Applications: </a:t>
            </a:r>
            <a:endParaRPr lang="tr-TR" altLang="en-US"/>
          </a:p>
          <a:p>
            <a:pPr lvl="1" eaLnBrk="1" hangingPunct="1"/>
            <a:r>
              <a:rPr lang="tr-TR" altLang="en-US"/>
              <a:t>Game playing</a:t>
            </a:r>
          </a:p>
          <a:p>
            <a:pPr lvl="1" eaLnBrk="1" hangingPunct="1"/>
            <a:r>
              <a:rPr lang="tr-TR" altLang="en-US"/>
              <a:t>Robot in a maze</a:t>
            </a:r>
          </a:p>
          <a:p>
            <a:pPr lvl="1" eaLnBrk="1" hangingPunct="1"/>
            <a:r>
              <a:rPr lang="tr-TR" altLang="en-US"/>
              <a:t>Multiple agents, partial observability, ...</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97778D61-615D-13E4-9DD4-1BA8D6EE893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03D8466A-5830-2042-990C-629934A51928}" type="slidenum">
              <a:rPr lang="tr-TR" altLang="en-US" sz="1400"/>
              <a:pPr eaLnBrk="1" hangingPunct="1"/>
              <a:t>66</a:t>
            </a:fld>
            <a:endParaRPr lang="tr-TR" altLang="en-US" sz="1400"/>
          </a:p>
        </p:txBody>
      </p:sp>
      <p:sp>
        <p:nvSpPr>
          <p:cNvPr id="21507" name="Rectangle 2">
            <a:extLst>
              <a:ext uri="{FF2B5EF4-FFF2-40B4-BE49-F238E27FC236}">
                <a16:creationId xmlns:a16="http://schemas.microsoft.com/office/drawing/2014/main" id="{B8238ED2-649E-B0B6-02E2-FF789020D2E8}"/>
              </a:ext>
            </a:extLst>
          </p:cNvPr>
          <p:cNvSpPr>
            <a:spLocks noGrp="1" noChangeArrowheads="1"/>
          </p:cNvSpPr>
          <p:nvPr>
            <p:ph type="title"/>
          </p:nvPr>
        </p:nvSpPr>
        <p:spPr/>
        <p:txBody>
          <a:bodyPr/>
          <a:lstStyle/>
          <a:p>
            <a:pPr eaLnBrk="1" hangingPunct="1"/>
            <a:r>
              <a:rPr lang="tr-TR" altLang="en-US"/>
              <a:t>Resources: Datasets</a:t>
            </a:r>
          </a:p>
        </p:txBody>
      </p:sp>
      <p:sp>
        <p:nvSpPr>
          <p:cNvPr id="21508" name="Rectangle 3">
            <a:extLst>
              <a:ext uri="{FF2B5EF4-FFF2-40B4-BE49-F238E27FC236}">
                <a16:creationId xmlns:a16="http://schemas.microsoft.com/office/drawing/2014/main" id="{355337E1-3B9B-B380-AEE9-70C343E876F5}"/>
              </a:ext>
            </a:extLst>
          </p:cNvPr>
          <p:cNvSpPr>
            <a:spLocks noGrp="1" noChangeArrowheads="1"/>
          </p:cNvSpPr>
          <p:nvPr>
            <p:ph type="body" idx="1"/>
          </p:nvPr>
        </p:nvSpPr>
        <p:spPr/>
        <p:txBody>
          <a:bodyPr/>
          <a:lstStyle/>
          <a:p>
            <a:pPr eaLnBrk="1" hangingPunct="1"/>
            <a:r>
              <a:rPr lang="tr-TR" altLang="en-US" dirty="0"/>
              <a:t>UCI </a:t>
            </a:r>
            <a:r>
              <a:rPr lang="tr-TR" altLang="en-US" dirty="0" err="1"/>
              <a:t>Repository</a:t>
            </a:r>
            <a:r>
              <a:rPr lang="tr-TR" altLang="en-US" dirty="0"/>
              <a:t>: </a:t>
            </a:r>
            <a:r>
              <a:rPr lang="tr-TR" altLang="en-US" sz="2000" dirty="0">
                <a:solidFill>
                  <a:srgbClr val="3333FF"/>
                </a:solidFill>
                <a:hlinkClick r:id="rId2"/>
              </a:rPr>
              <a:t>http://www.ics.uci.edu/~mlearn/MLRepository.html</a:t>
            </a:r>
            <a:endParaRPr lang="tr-TR" altLang="en-US" sz="2000" dirty="0">
              <a:solidFill>
                <a:srgbClr val="3333FF"/>
              </a:solidFill>
            </a:endParaRPr>
          </a:p>
          <a:p>
            <a:pPr eaLnBrk="1" hangingPunct="1"/>
            <a:r>
              <a:rPr lang="tr-TR" altLang="en-US" dirty="0"/>
              <a:t>UCI KDD Archive: </a:t>
            </a:r>
            <a:r>
              <a:rPr lang="tr-TR" altLang="en-US" sz="2000" dirty="0">
                <a:hlinkClick r:id="rId3"/>
              </a:rPr>
              <a:t>http://kdd.ics.uci.edu/summary.data.application.html</a:t>
            </a:r>
            <a:endParaRPr lang="tr-TR" altLang="en-US" sz="2000" dirty="0"/>
          </a:p>
          <a:p>
            <a:pPr eaLnBrk="1" hangingPunct="1"/>
            <a:r>
              <a:rPr lang="tr-TR" altLang="en-US" dirty="0" err="1"/>
              <a:t>Statlib</a:t>
            </a:r>
            <a:r>
              <a:rPr lang="tr-TR" altLang="en-US" dirty="0"/>
              <a:t>: </a:t>
            </a:r>
            <a:r>
              <a:rPr lang="tr-TR" altLang="en-US" sz="2000" dirty="0">
                <a:hlinkClick r:id="rId4"/>
              </a:rPr>
              <a:t>http://lib.stat.cmu.edu/</a:t>
            </a:r>
            <a:endParaRPr lang="tr-TR" altLang="en-US" sz="2000" dirty="0"/>
          </a:p>
          <a:p>
            <a:pPr eaLnBrk="1" hangingPunct="1"/>
            <a:r>
              <a:rPr lang="tr-TR" altLang="en-US" dirty="0" err="1"/>
              <a:t>Delve</a:t>
            </a:r>
            <a:r>
              <a:rPr lang="tr-TR" altLang="en-US" dirty="0"/>
              <a:t>: </a:t>
            </a:r>
            <a:r>
              <a:rPr lang="tr-TR" altLang="en-US" sz="2000" dirty="0">
                <a:hlinkClick r:id="rId5"/>
              </a:rPr>
              <a:t>http://www.cs.utoronto.ca/~delve/</a:t>
            </a:r>
            <a:endParaRPr lang="tr-TR" altLang="en-US" sz="2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CB4E1DC2-528C-E368-9197-3655288DEA6A}"/>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3200">
                <a:solidFill>
                  <a:schemeClr val="tx1"/>
                </a:solidFill>
                <a:latin typeface="Palatino Linotype" panose="02040502050505030304" pitchFamily="18" charset="0"/>
              </a:defRPr>
            </a:lvl1pPr>
            <a:lvl2pPr marL="742950" indent="-285750" eaLnBrk="0" hangingPunct="0">
              <a:defRPr sz="3200">
                <a:solidFill>
                  <a:schemeClr val="tx1"/>
                </a:solidFill>
                <a:latin typeface="Palatino Linotype" panose="02040502050505030304" pitchFamily="18" charset="0"/>
              </a:defRPr>
            </a:lvl2pPr>
            <a:lvl3pPr marL="1143000" indent="-228600" eaLnBrk="0" hangingPunct="0">
              <a:defRPr sz="3200">
                <a:solidFill>
                  <a:schemeClr val="tx1"/>
                </a:solidFill>
                <a:latin typeface="Palatino Linotype" panose="02040502050505030304" pitchFamily="18" charset="0"/>
              </a:defRPr>
            </a:lvl3pPr>
            <a:lvl4pPr marL="1600200" indent="-228600" eaLnBrk="0" hangingPunct="0">
              <a:defRPr sz="3200">
                <a:solidFill>
                  <a:schemeClr val="tx1"/>
                </a:solidFill>
                <a:latin typeface="Palatino Linotype" panose="02040502050505030304" pitchFamily="18" charset="0"/>
              </a:defRPr>
            </a:lvl4pPr>
            <a:lvl5pPr marL="2057400" indent="-228600" eaLnBrk="0" hangingPunct="0">
              <a:defRPr sz="3200">
                <a:solidFill>
                  <a:schemeClr val="tx1"/>
                </a:solidFill>
                <a:latin typeface="Palatino Linotype" panose="02040502050505030304" pitchFamily="18" charset="0"/>
              </a:defRPr>
            </a:lvl5pPr>
            <a:lvl6pPr marL="2514600" indent="-228600" eaLnBrk="0" fontAlgn="base" hangingPunct="0">
              <a:spcBef>
                <a:spcPct val="0"/>
              </a:spcBef>
              <a:spcAft>
                <a:spcPct val="0"/>
              </a:spcAft>
              <a:defRPr sz="3200">
                <a:solidFill>
                  <a:schemeClr val="tx1"/>
                </a:solidFill>
                <a:latin typeface="Palatino Linotype" panose="02040502050505030304" pitchFamily="18" charset="0"/>
              </a:defRPr>
            </a:lvl6pPr>
            <a:lvl7pPr marL="2971800" indent="-228600" eaLnBrk="0" fontAlgn="base" hangingPunct="0">
              <a:spcBef>
                <a:spcPct val="0"/>
              </a:spcBef>
              <a:spcAft>
                <a:spcPct val="0"/>
              </a:spcAft>
              <a:defRPr sz="3200">
                <a:solidFill>
                  <a:schemeClr val="tx1"/>
                </a:solidFill>
                <a:latin typeface="Palatino Linotype" panose="02040502050505030304" pitchFamily="18" charset="0"/>
              </a:defRPr>
            </a:lvl7pPr>
            <a:lvl8pPr marL="3429000" indent="-228600" eaLnBrk="0" fontAlgn="base" hangingPunct="0">
              <a:spcBef>
                <a:spcPct val="0"/>
              </a:spcBef>
              <a:spcAft>
                <a:spcPct val="0"/>
              </a:spcAft>
              <a:defRPr sz="3200">
                <a:solidFill>
                  <a:schemeClr val="tx1"/>
                </a:solidFill>
                <a:latin typeface="Palatino Linotype" panose="02040502050505030304" pitchFamily="18" charset="0"/>
              </a:defRPr>
            </a:lvl8pPr>
            <a:lvl9pPr marL="3886200" indent="-228600" eaLnBrk="0" fontAlgn="base" hangingPunct="0">
              <a:spcBef>
                <a:spcPct val="0"/>
              </a:spcBef>
              <a:spcAft>
                <a:spcPct val="0"/>
              </a:spcAft>
              <a:defRPr sz="3200">
                <a:solidFill>
                  <a:schemeClr val="tx1"/>
                </a:solidFill>
                <a:latin typeface="Palatino Linotype" panose="02040502050505030304" pitchFamily="18" charset="0"/>
              </a:defRPr>
            </a:lvl9pPr>
          </a:lstStyle>
          <a:p>
            <a:pPr eaLnBrk="1" hangingPunct="1"/>
            <a:fld id="{9583138D-9818-DC4D-A587-ACDCAEF299DB}" type="slidenum">
              <a:rPr lang="tr-TR" altLang="en-US" sz="1400"/>
              <a:pPr eaLnBrk="1" hangingPunct="1"/>
              <a:t>67</a:t>
            </a:fld>
            <a:endParaRPr lang="tr-TR" altLang="en-US" sz="1400"/>
          </a:p>
        </p:txBody>
      </p:sp>
      <p:sp>
        <p:nvSpPr>
          <p:cNvPr id="22531" name="Rectangle 2">
            <a:extLst>
              <a:ext uri="{FF2B5EF4-FFF2-40B4-BE49-F238E27FC236}">
                <a16:creationId xmlns:a16="http://schemas.microsoft.com/office/drawing/2014/main" id="{6F610E56-D1D9-5837-5836-55CD8C1C0C0A}"/>
              </a:ext>
            </a:extLst>
          </p:cNvPr>
          <p:cNvSpPr>
            <a:spLocks noGrp="1" noChangeArrowheads="1"/>
          </p:cNvSpPr>
          <p:nvPr>
            <p:ph type="title"/>
          </p:nvPr>
        </p:nvSpPr>
        <p:spPr/>
        <p:txBody>
          <a:bodyPr/>
          <a:lstStyle/>
          <a:p>
            <a:pPr eaLnBrk="1" hangingPunct="1"/>
            <a:r>
              <a:rPr lang="tr-TR" altLang="en-US"/>
              <a:t>Resources: Journals</a:t>
            </a:r>
          </a:p>
        </p:txBody>
      </p:sp>
      <p:sp>
        <p:nvSpPr>
          <p:cNvPr id="22532" name="Rectangle 3">
            <a:extLst>
              <a:ext uri="{FF2B5EF4-FFF2-40B4-BE49-F238E27FC236}">
                <a16:creationId xmlns:a16="http://schemas.microsoft.com/office/drawing/2014/main" id="{28C5FF2D-DC69-EDB6-3ED0-1240A7510FD3}"/>
              </a:ext>
            </a:extLst>
          </p:cNvPr>
          <p:cNvSpPr>
            <a:spLocks noGrp="1" noChangeArrowheads="1"/>
          </p:cNvSpPr>
          <p:nvPr>
            <p:ph type="body" idx="1"/>
          </p:nvPr>
        </p:nvSpPr>
        <p:spPr/>
        <p:txBody>
          <a:bodyPr/>
          <a:lstStyle/>
          <a:p>
            <a:pPr eaLnBrk="1" hangingPunct="1"/>
            <a:r>
              <a:rPr lang="tr-TR" altLang="en-US" dirty="0" err="1"/>
              <a:t>Journal</a:t>
            </a:r>
            <a:r>
              <a:rPr lang="tr-TR" altLang="en-US" dirty="0"/>
              <a:t> of Machine Learning </a:t>
            </a:r>
            <a:r>
              <a:rPr lang="tr-TR" altLang="en-US" dirty="0" err="1"/>
              <a:t>Research</a:t>
            </a:r>
            <a:r>
              <a:rPr lang="tr-TR" altLang="en-US" dirty="0"/>
              <a:t> </a:t>
            </a:r>
            <a:r>
              <a:rPr lang="tr-TR" altLang="en-US" dirty="0">
                <a:hlinkClick r:id="rId2"/>
              </a:rPr>
              <a:t>www.jmlr.org</a:t>
            </a:r>
            <a:endParaRPr lang="tr-TR" altLang="en-US" dirty="0"/>
          </a:p>
          <a:p>
            <a:pPr eaLnBrk="1" hangingPunct="1"/>
            <a:r>
              <a:rPr lang="tr-TR" altLang="en-US" dirty="0"/>
              <a:t>Machine Learning </a:t>
            </a:r>
          </a:p>
          <a:p>
            <a:pPr eaLnBrk="1" hangingPunct="1"/>
            <a:r>
              <a:rPr lang="tr-TR" altLang="en-US" dirty="0"/>
              <a:t>IEEE </a:t>
            </a:r>
            <a:r>
              <a:rPr lang="tr-TR" altLang="en-US" dirty="0" err="1"/>
              <a:t>Transactions</a:t>
            </a:r>
            <a:r>
              <a:rPr lang="tr-TR" altLang="en-US" dirty="0"/>
              <a:t> on </a:t>
            </a:r>
            <a:r>
              <a:rPr lang="tr-TR" altLang="en-US" dirty="0" err="1"/>
              <a:t>Neural</a:t>
            </a:r>
            <a:r>
              <a:rPr lang="tr-TR" altLang="en-US" dirty="0"/>
              <a:t> Networks</a:t>
            </a:r>
          </a:p>
          <a:p>
            <a:pPr eaLnBrk="1" hangingPunct="1"/>
            <a:r>
              <a:rPr lang="tr-TR" altLang="en-US" dirty="0"/>
              <a:t>IEEE </a:t>
            </a:r>
            <a:r>
              <a:rPr lang="tr-TR" altLang="en-US" dirty="0" err="1"/>
              <a:t>Transactions</a:t>
            </a:r>
            <a:r>
              <a:rPr lang="tr-TR" altLang="en-US" dirty="0"/>
              <a:t> on </a:t>
            </a:r>
            <a:r>
              <a:rPr lang="tr-TR" altLang="en-US" dirty="0" err="1"/>
              <a:t>Pattern</a:t>
            </a:r>
            <a:r>
              <a:rPr lang="tr-TR" altLang="en-US" dirty="0"/>
              <a:t> Analysis </a:t>
            </a:r>
            <a:r>
              <a:rPr lang="tr-TR" altLang="en-US" dirty="0" err="1"/>
              <a:t>and</a:t>
            </a:r>
            <a:r>
              <a:rPr lang="tr-TR" altLang="en-US" dirty="0"/>
              <a:t> Machine </a:t>
            </a:r>
            <a:r>
              <a:rPr lang="tr-TR" altLang="en-US" dirty="0" err="1"/>
              <a:t>Intelligence</a:t>
            </a:r>
            <a:endParaRPr lang="tr-TR" altLang="en-US" dirty="0"/>
          </a:p>
          <a:p>
            <a:pPr eaLnBrk="1" hangingPunct="1"/>
            <a:r>
              <a:rPr lang="tr-TR" altLang="en-US" dirty="0" err="1"/>
              <a:t>Annals</a:t>
            </a:r>
            <a:r>
              <a:rPr lang="tr-TR" altLang="en-US" dirty="0"/>
              <a:t> of </a:t>
            </a:r>
            <a:r>
              <a:rPr lang="tr-TR" altLang="en-US" dirty="0" err="1"/>
              <a:t>Statistics</a:t>
            </a:r>
            <a:endParaRPr lang="tr-TR" altLang="en-US" dirty="0"/>
          </a:p>
          <a:p>
            <a:pPr eaLnBrk="1" hangingPunct="1"/>
            <a:r>
              <a:rPr lang="tr-TR" altLang="en-US" dirty="0" err="1"/>
              <a:t>Journal</a:t>
            </a:r>
            <a:r>
              <a:rPr lang="tr-TR" altLang="en-US" dirty="0"/>
              <a:t> of </a:t>
            </a:r>
            <a:r>
              <a:rPr lang="tr-TR" altLang="en-US" dirty="0" err="1"/>
              <a:t>the</a:t>
            </a:r>
            <a:r>
              <a:rPr lang="tr-TR" altLang="en-US" dirty="0"/>
              <a:t> </a:t>
            </a:r>
            <a:r>
              <a:rPr lang="tr-TR" altLang="en-US" dirty="0" err="1"/>
              <a:t>American</a:t>
            </a:r>
            <a:r>
              <a:rPr lang="tr-TR" altLang="en-US" dirty="0"/>
              <a:t> Statistical </a:t>
            </a:r>
            <a:r>
              <a:rPr lang="tr-TR" altLang="en-US" dirty="0" err="1"/>
              <a:t>Association</a:t>
            </a:r>
            <a:endParaRPr lang="tr-TR" altLang="en-US" dirty="0"/>
          </a:p>
          <a:p>
            <a:pPr eaLnBrk="1" hangingPunct="1"/>
            <a:r>
              <a:rPr lang="tr-TR" altLang="en-US" dirty="0"/>
              <a:t>...</a:t>
            </a: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1575</TotalTime>
  <Words>2263</Words>
  <Application>Microsoft Macintosh PowerPoint</Application>
  <PresentationFormat>On-screen Show (4:3)</PresentationFormat>
  <Paragraphs>684</Paragraphs>
  <Slides>67</Slides>
  <Notes>2</Notes>
  <HiddenSlides>0</HiddenSlides>
  <MMClips>0</MMClips>
  <ScaleCrop>false</ScaleCrop>
  <HeadingPairs>
    <vt:vector size="8" baseType="variant">
      <vt:variant>
        <vt:lpstr>Fonts Used</vt:lpstr>
      </vt:variant>
      <vt:variant>
        <vt:i4>23</vt:i4>
      </vt:variant>
      <vt:variant>
        <vt:lpstr>Theme</vt:lpstr>
      </vt:variant>
      <vt:variant>
        <vt:i4>1</vt:i4>
      </vt:variant>
      <vt:variant>
        <vt:lpstr>Embedded OLE Servers</vt:lpstr>
      </vt:variant>
      <vt:variant>
        <vt:i4>1</vt:i4>
      </vt:variant>
      <vt:variant>
        <vt:lpstr>Slide Titles</vt:lpstr>
      </vt:variant>
      <vt:variant>
        <vt:i4>67</vt:i4>
      </vt:variant>
    </vt:vector>
  </HeadingPairs>
  <TitlesOfParts>
    <vt:vector size="92" baseType="lpstr">
      <vt:lpstr>BIIQGD+Symbol</vt:lpstr>
      <vt:lpstr>Lucida Bright</vt:lpstr>
      <vt:lpstr>WNBAQV+Helvetica</vt:lpstr>
      <vt:lpstr>DJCJHN+Cmmi10</vt:lpstr>
      <vt:lpstr>Times New Roman</vt:lpstr>
      <vt:lpstr>Trebuchet MS</vt:lpstr>
      <vt:lpstr>IRWNGG+Calibri-Bold</vt:lpstr>
      <vt:lpstr>DLQIGQ+Calibri-Italic</vt:lpstr>
      <vt:lpstr>FWHBOJ+Helvetica-Bold</vt:lpstr>
      <vt:lpstr>Geneva</vt:lpstr>
      <vt:lpstr>Aptos</vt:lpstr>
      <vt:lpstr>QFNBRJ+Calibri-BoldItalic</vt:lpstr>
      <vt:lpstr>Arial</vt:lpstr>
      <vt:lpstr>Wingdings</vt:lpstr>
      <vt:lpstr>Symbol</vt:lpstr>
      <vt:lpstr>KJNENV+Times-Roman</vt:lpstr>
      <vt:lpstr>Calibri</vt:lpstr>
      <vt:lpstr>BUVCBA+ArialMT</vt:lpstr>
      <vt:lpstr>ATOAIR+MS-PGothic</vt:lpstr>
      <vt:lpstr>DWNSLN+Symbol</vt:lpstr>
      <vt:lpstr>TAWSJE+Times-Italic</vt:lpstr>
      <vt:lpstr>LIJFOD+Calibri</vt:lpstr>
      <vt:lpstr>PPICCW+Wingdings-Regular</vt:lpstr>
      <vt:lpstr>Theme Office</vt:lpstr>
      <vt:lpstr>Microsoft Word Document</vt:lpstr>
      <vt:lpstr>PowerPoint Presentation</vt:lpstr>
      <vt:lpstr>Why “Learn”?</vt:lpstr>
      <vt:lpstr>PowerPoint Presentation</vt:lpstr>
      <vt:lpstr>PowerPoint Presentation</vt:lpstr>
      <vt:lpstr>PowerPoint Presentation</vt:lpstr>
      <vt:lpstr>PowerPoint Presentation</vt:lpstr>
      <vt:lpstr>PowerPoint Presentation</vt:lpstr>
      <vt:lpstr>PowerPoint Presentation</vt:lpstr>
      <vt:lpstr>Face Recognition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Prediction: Regression</vt:lpstr>
      <vt:lpstr>PowerPoint Presentation</vt:lpstr>
      <vt:lpstr>Regression Applications</vt:lpstr>
      <vt:lpstr>PowerPoint Presentation</vt:lpstr>
      <vt:lpstr>PowerPoint Presentation</vt:lpstr>
      <vt:lpstr>PowerPoint Presentation</vt:lpstr>
      <vt:lpstr>Example of Multi-dimensional Data Structure </vt:lpstr>
      <vt:lpstr>Classification</vt:lpstr>
      <vt:lpstr>Unsupervised Learning</vt:lpstr>
      <vt:lpstr>PowerPoint Presentation</vt:lpstr>
      <vt:lpstr>PowerPoint Presentation</vt:lpstr>
      <vt:lpstr>PowerPoint Presentation</vt:lpstr>
      <vt:lpstr>PowerPoint Presentation</vt:lpstr>
      <vt:lpstr>PowerPoint Presentation</vt:lpstr>
      <vt:lpstr>Reinforcement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Which Topics Deserve More Coverage —if we had more time?</vt:lpstr>
      <vt:lpstr>PowerPoint Presentation</vt:lpstr>
      <vt:lpstr>PowerPoint Presentation</vt:lpstr>
      <vt:lpstr>PowerPoint Presentation</vt:lpstr>
      <vt:lpstr>PowerPoint Presentation</vt:lpstr>
      <vt:lpstr>What We Talk About When We  Talk About“Learning”</vt:lpstr>
      <vt:lpstr>Data Mining/KDD</vt:lpstr>
      <vt:lpstr>What is Machine Learning?</vt:lpstr>
      <vt:lpstr>Growth of Machine Learning</vt:lpstr>
      <vt:lpstr>Applications</vt:lpstr>
      <vt:lpstr>Learning Associations</vt:lpstr>
      <vt:lpstr>Classification: Applications</vt:lpstr>
      <vt:lpstr>Reinforcement Learning</vt:lpstr>
      <vt:lpstr>Resources: Datasets</vt:lpstr>
      <vt:lpstr>Resources: Journals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dc:creator>heverson</dc:creator>
  <cp:lastModifiedBy>Howard Everson</cp:lastModifiedBy>
  <cp:revision>6</cp:revision>
  <cp:lastPrinted>2026-04-15T21:19:51Z</cp:lastPrinted>
  <dcterms:modified xsi:type="dcterms:W3CDTF">2026-04-16T22:18:26Z</dcterms:modified>
</cp:coreProperties>
</file>