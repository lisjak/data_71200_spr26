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4597400" cy="3454400"/>
  <p:notesSz cx="3454400" cy="4597400"/>
  <p:embeddedFontLst>
    <p:embeddedFont>
      <p:font typeface="AGPHKE+CMR8" panose="02000500000000000000" pitchFamily="2" charset="0"/>
      <p:regular r:id="rId38"/>
    </p:embeddedFont>
    <p:embeddedFont>
      <p:font typeface="BNHVLT+CMMI12" panose="02000500000000000000" pitchFamily="2" charset="0"/>
      <p:regular r:id="rId39"/>
    </p:embeddedFont>
    <p:embeddedFont>
      <p:font typeface="CCMFDM+NimbusSanL-Regu" panose="02000500000000000000"/>
      <p:regular r:id="rId40"/>
    </p:embeddedFont>
    <p:embeddedFont>
      <p:font typeface="DVLSVG+CMR10" panose="02000500000000000000" pitchFamily="2" charset="0"/>
      <p:regular r:id="rId41"/>
    </p:embeddedFont>
    <p:embeddedFont>
      <p:font typeface="EPPUFT+MSAM7" panose="02000500000000000000" pitchFamily="2" charset="0"/>
      <p:regular r:id="rId42"/>
    </p:embeddedFont>
    <p:embeddedFont>
      <p:font typeface="FHQNBN+CMR12" panose="02000500000000000000" pitchFamily="2" charset="0"/>
      <p:regular r:id="rId43"/>
    </p:embeddedFont>
    <p:embeddedFont>
      <p:font typeface="HNVGSD+CMSS10" panose="02000500000000000000" pitchFamily="2" charset="0"/>
      <p:regular r:id="rId44"/>
    </p:embeddedFont>
    <p:embeddedFont>
      <p:font typeface="LCGLEF+NimbusSanL-ReguItal" panose="02000500000000000000" pitchFamily="2" charset="0"/>
      <p:regular r:id="rId45"/>
    </p:embeddedFont>
    <p:embeddedFont>
      <p:font typeface="LLVIAM+CMMI10" panose="02000500000000000000" pitchFamily="2" charset="0"/>
      <p:regular r:id="rId46"/>
    </p:embeddedFont>
    <p:embeddedFont>
      <p:font typeface="ORHCML+CMR12" panose="02000500000000000000" pitchFamily="2" charset="0"/>
      <p:regular r:id="rId47"/>
    </p:embeddedFont>
    <p:embeddedFont>
      <p:font typeface="QREQVM+CMSY8" panose="02000500000000000000" pitchFamily="2" charset="0"/>
      <p:regular r:id="rId48"/>
    </p:embeddedFont>
    <p:embeddedFont>
      <p:font typeface="TAGUSK+CMMI8" panose="02000500000000000000" pitchFamily="2" charset="0"/>
      <p:regular r:id="rId49"/>
    </p:embeddedFont>
    <p:embeddedFont>
      <p:font typeface="TPGGMD+CMSY10" panose="02000500000000000000" pitchFamily="2" charset="0"/>
      <p:regular r:id="rId50"/>
    </p:embeddedFont>
    <p:embeddedFont>
      <p:font typeface="VCNACD+CMMI8" panose="02000500000000000000" pitchFamily="2" charset="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4875"/>
    <p:restoredTop sz="94615"/>
  </p:normalViewPr>
  <p:slideViewPr>
    <p:cSldViewPr>
      <p:cViewPr varScale="1">
        <p:scale>
          <a:sx n="229" d="100"/>
          <a:sy n="229" d="100"/>
        </p:scale>
        <p:origin x="3264" y="4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496987" cy="2302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956221" y="0"/>
            <a:ext cx="1496987" cy="2302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3E83B-7E50-5844-BE97-D9C3D4A927BF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574675"/>
            <a:ext cx="2063750" cy="1550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45917" y="2212078"/>
            <a:ext cx="2762566" cy="181064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367109"/>
            <a:ext cx="1496987" cy="2302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56221" y="4367109"/>
            <a:ext cx="1496987" cy="2302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F9FCA-B4F1-E944-A98A-EF6DFC918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9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F9FCA-B4F1-E944-A98A-EF6DFC918D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F9FCA-B4F1-E944-A98A-EF6DFC918D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2109-8C03-99B7-21DD-2B12C1793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675" y="565150"/>
            <a:ext cx="3448050" cy="12033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2AEA6-2895-70C3-9E2D-88B3985DA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75" y="1814513"/>
            <a:ext cx="3448050" cy="8334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222AB-0CDD-27E8-D24D-2175BBDA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4BE9A-85F0-1801-C03C-FB750EB7C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EFBB3-16D0-F323-4CAA-F1305943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4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D837-03A4-534B-10F3-A265E2140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D594C-D9F2-A2E9-DF66-518614F20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58515-60C2-2F3F-1632-E6D0334F2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40E63-1A36-A0DF-F15F-13B6F155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D6D95-EDB8-F373-57FC-ADB5BB1B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4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5A56-CC24-CB7D-2FDD-50E49748C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60425"/>
            <a:ext cx="3963988" cy="14382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A0D7F-B121-416B-6C6A-36D886BBB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5" y="2311400"/>
            <a:ext cx="3963988" cy="755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2254A-4D9F-39EC-3711-0B437304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AAFE1-7CFB-6125-34AB-66789311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94F31-8BF2-6FDE-6247-D1DD507E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7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8E34-F2B9-03DD-4748-7721BF28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03B32-93F9-81DB-D900-F8B965726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913" y="919163"/>
            <a:ext cx="1906587" cy="219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D279A-3355-952C-D4DA-8223F32C5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74900" y="919163"/>
            <a:ext cx="1906588" cy="219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D1144-ADFE-B846-9FAC-03CEA029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4D3DA-0A2E-453A-4F43-DE697842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47C47-AB2E-9916-6A69-400CC0CA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9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8036-82B1-02C7-F825-0A0AA6FB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28E83-9138-6741-4D6B-501CBDDB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913" y="846138"/>
            <a:ext cx="1946275" cy="415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28482-18C9-8F51-7E26-352344A34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913" y="1262063"/>
            <a:ext cx="1946275" cy="1855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C805-E6FB-0C13-3102-D85191708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27275" y="846138"/>
            <a:ext cx="1954213" cy="415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9FCA4-2FD5-BD47-0EDE-994EC3A24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27275" y="1262063"/>
            <a:ext cx="1954213" cy="1855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7F742-A39A-E1DC-FE4B-12BEF28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4DBA9B-C62E-5681-EBDB-A88C57C5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E94E4-0E34-6EC1-5930-C4F7D2DE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1551-0D15-C1B6-2271-B70C69A7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862A7-64B3-AB44-A33F-12F57261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91668-2707-B3E8-180F-134065B7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8BC7C-3A8C-0157-77DB-32BFB36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8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4EF6B-577E-3536-62F4-2880174D6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F7752-3B60-39D8-B299-1A064501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9F712-48A4-D873-225A-D1C5DC63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35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9C470-7403-FE8A-0963-BCD2BBFB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230188"/>
            <a:ext cx="1484312" cy="8064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E3A4-CD85-354E-CB9F-38F1C26B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213" y="496888"/>
            <a:ext cx="2327275" cy="24558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4FE-79D9-96EC-E967-CFF034BD8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5913" y="1036638"/>
            <a:ext cx="1484312" cy="1919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75B23-B801-FAED-5867-A5174193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5B2A7-14DF-6197-910C-C2CF707C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B9A13-5312-C902-7B61-D6332EE5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3A0E-1FBE-D6E6-2057-2337B50B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230188"/>
            <a:ext cx="1484312" cy="8064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07DF9-FB9C-1CC4-D252-F6D01FC9D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54213" y="496888"/>
            <a:ext cx="2327275" cy="24558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DB2DB-B2AD-164C-4864-6061B0D57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5913" y="1036638"/>
            <a:ext cx="1484312" cy="1919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2F9B5-F17D-DAC3-0B16-657CB2F9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20101-216E-43AE-DC2B-6FCB788E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E31AE-269D-E647-53E8-68F34ECE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7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7416-D537-E837-E291-42B3F4F6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F0379-8195-3610-DEBD-7A806957A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75260-C5AF-ACB4-C511-8E6CBE41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FAF04-57F1-9C40-F8E4-09A7DC0A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5518D-85E3-7635-D974-22C1E2E8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63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0C1F2-F8DA-B80E-2452-6F6E2E4BE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90888" y="184150"/>
            <a:ext cx="990600" cy="2927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515AB-BDEF-6503-14A2-551F7B76E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15913" y="184150"/>
            <a:ext cx="2822575" cy="2927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E8A5B-E985-9241-83B0-64D0DCB3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31544-9B81-314F-9A88-E363858C837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F79B8-BE9B-0F60-33DD-550F3B3E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0404C-0269-099A-D931-1DA4EDF9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9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3EE10-B570-723C-4179-419985C3E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184150"/>
            <a:ext cx="3965575" cy="666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3C99C-26D9-F588-302E-E2021743F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913" y="919163"/>
            <a:ext cx="3965575" cy="2192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AD5BE-78AD-13C9-D286-53FD73E09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5913" y="3201988"/>
            <a:ext cx="1035050" cy="184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CF5D0-20BD-8669-4C5B-04AD5A55B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4604" y="3178174"/>
            <a:ext cx="1811834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Introduction to Bayesian Statistics</a:t>
            </a:r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7BA6-F568-81F0-E334-5B5693E3A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46438" y="3201988"/>
            <a:ext cx="1035050" cy="184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A813D-E5BB-E440-A8CB-97F280271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164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4722" y="844118"/>
            <a:ext cx="3150994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</a:t>
            </a:r>
            <a:r>
              <a:rPr sz="145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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45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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7601" y="1382745"/>
            <a:ext cx="2355315" cy="1064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Howard Everson</a:t>
            </a:r>
          </a:p>
          <a:p>
            <a:pPr marL="0" marR="0"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DATA 71200</a:t>
            </a:r>
          </a:p>
          <a:p>
            <a:pPr marL="0" marR="0"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lang="en-US" sz="1100" spc="-13" dirty="0">
              <a:solidFill>
                <a:srgbClr val="000000"/>
              </a:solidFill>
              <a:latin typeface="CCMFDM+NimbusSanL-Regu"/>
              <a:cs typeface="CCMFDM+NimbusSanL-Regu"/>
            </a:endParaRPr>
          </a:p>
          <a:p>
            <a:pPr marL="0" marR="0"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lang="en-US" sz="1100" spc="-13" dirty="0">
              <a:solidFill>
                <a:srgbClr val="000000"/>
              </a:solidFill>
              <a:latin typeface="CCMFDM+NimbusSanL-Regu"/>
              <a:cs typeface="CCMFDM+NimbusSanL-Regu"/>
            </a:endParaRPr>
          </a:p>
          <a:p>
            <a:pPr marL="0" marR="0"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lang="en-US" sz="1100" spc="-13" dirty="0">
              <a:solidFill>
                <a:srgbClr val="000000"/>
              </a:solidFill>
              <a:latin typeface="CCMFDM+NimbusSanL-Regu"/>
              <a:cs typeface="CCMFDM+NimbusSanL-Regu"/>
            </a:endParaRPr>
          </a:p>
          <a:p>
            <a:pPr marL="0" marR="0"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sz="1100" spc="-13" dirty="0">
              <a:solidFill>
                <a:srgbClr val="000000"/>
              </a:solidFill>
              <a:latin typeface="CCMFDM+NimbusSanL-Regu"/>
              <a:cs typeface="CCMFDM+NimbusSanL-Reg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9270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38597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CEC5B5B-34B2-7234-2996-C6278D59C7FF}"/>
              </a:ext>
            </a:extLst>
          </p:cNvPr>
          <p:cNvSpPr txBox="1"/>
          <p:nvPr/>
        </p:nvSpPr>
        <p:spPr>
          <a:xfrm>
            <a:off x="547920" y="2079111"/>
            <a:ext cx="985197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+mj-lt"/>
                <a:cs typeface="CCMFDM+NimbusSanL-Regu"/>
              </a:rPr>
              <a:t>Presentation Slides courtesy of Prof. Robert Weiss</a:t>
            </a:r>
            <a:endParaRPr sz="900" spc="-13" dirty="0">
              <a:solidFill>
                <a:srgbClr val="000000"/>
              </a:solidFill>
              <a:latin typeface="+mj-lt"/>
              <a:cs typeface="CCMFDM+NimbusSanL-Regu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70B4138-30C7-AB76-26B3-ADD38A8836DF}"/>
              </a:ext>
            </a:extLst>
          </p:cNvPr>
          <p:cNvSpPr txBox="1"/>
          <p:nvPr/>
        </p:nvSpPr>
        <p:spPr>
          <a:xfrm>
            <a:off x="210468" y="2520267"/>
            <a:ext cx="1877395" cy="403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559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</a:t>
            </a:r>
            <a:r>
              <a:rPr sz="800" spc="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8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</a:t>
            </a:r>
          </a:p>
          <a:p>
            <a:pPr marL="0" marR="0">
              <a:lnSpc>
                <a:spcPts val="94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</a:t>
            </a:r>
            <a:r>
              <a:rPr sz="8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</a:t>
            </a:r>
            <a:r>
              <a:rPr sz="8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</a:t>
            </a:r>
            <a:r>
              <a:rPr sz="8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8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</a:t>
            </a:r>
            <a:r>
              <a:rPr sz="8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</a:t>
            </a:r>
          </a:p>
          <a:p>
            <a:pPr marL="420662" marR="0">
              <a:lnSpc>
                <a:spcPts val="946"/>
              </a:lnSpc>
              <a:spcBef>
                <a:spcPts val="5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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8000" y="65228"/>
            <a:ext cx="1672285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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5438" y="733032"/>
            <a:ext cx="3069552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</a:t>
            </a:r>
            <a:r>
              <a:rPr sz="145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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45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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174453"/>
            <a:ext cx="1701616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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384485"/>
            <a:ext cx="2466526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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594518"/>
            <a:ext cx="3717593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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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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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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1976623"/>
            <a:ext cx="4169529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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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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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632" y="2186655"/>
            <a:ext cx="4054536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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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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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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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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5632" y="2568760"/>
            <a:ext cx="2367466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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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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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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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515596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45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45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</a:t>
            </a:r>
            <a:r>
              <a:rPr sz="9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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757550"/>
            <a:ext cx="4023501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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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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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177615"/>
            <a:ext cx="3812410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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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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559720"/>
            <a:ext cx="107081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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769753"/>
            <a:ext cx="4206243" cy="381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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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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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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151857"/>
            <a:ext cx="3289764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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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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</a:t>
            </a:r>
            <a:r>
              <a:rPr sz="11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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4472" y="2749062"/>
            <a:ext cx="2471462" cy="303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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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ሗ</a:t>
            </a:r>
            <a:r>
              <a:rPr sz="1100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-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ሗ</a:t>
            </a:r>
            <a:r>
              <a:rPr sz="1100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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00212" y="2749062"/>
            <a:ext cx="32170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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2213" y="3342352"/>
            <a:ext cx="865863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H. Everson GC CUNY</a:t>
            </a:r>
            <a:endParaRPr sz="600" dirty="0">
              <a:solidFill>
                <a:srgbClr val="000000"/>
              </a:solidFill>
              <a:latin typeface="CCMFDM+NimbusSanL-Regu"/>
              <a:cs typeface="CCMFDM+NimbusSanL-Reg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8787" y="5698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591754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45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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824250"/>
            <a:ext cx="3662729" cy="381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</a:t>
            </a:r>
            <a:r>
              <a:rPr sz="1100" spc="9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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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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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</a:t>
            </a:r>
            <a:r>
              <a:rPr sz="1100" spc="1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206368"/>
            <a:ext cx="3838959" cy="57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</a:t>
            </a:r>
            <a:r>
              <a:rPr sz="11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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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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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</a:t>
            </a:r>
          </a:p>
          <a:p>
            <a:pPr marL="0" marR="0">
              <a:lnSpc>
                <a:spcPts val="1350"/>
              </a:lnSpc>
              <a:spcBef>
                <a:spcPts val="14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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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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675" y="1756824"/>
            <a:ext cx="4050379" cy="583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0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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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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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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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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0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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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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100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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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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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3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</a:t>
            </a:r>
            <a:r>
              <a:rPr sz="1000" spc="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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1000" dirty="0">
                <a:solidFill>
                  <a:srgbClr val="000000"/>
                </a:solidFill>
                <a:latin typeface="TPGGMD+CMSY10"/>
                <a:cs typeface="TPGGMD+CMSY10"/>
              </a:rPr>
              <a:t>ሗ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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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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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2733" y="2212310"/>
            <a:ext cx="848540" cy="194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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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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5675" y="2364138"/>
            <a:ext cx="3428417" cy="346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0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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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</a:t>
            </a:r>
            <a:r>
              <a:rPr sz="1000" spc="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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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spc="74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</a:t>
            </a:r>
            <a:r>
              <a:rPr sz="1000" dirty="0">
                <a:solidFill>
                  <a:srgbClr val="000000"/>
                </a:solidFill>
                <a:latin typeface="HNVGSD+CMSS10"/>
                <a:cs typeface="HNVGSD+CMSS10"/>
              </a:rPr>
              <a:t>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</a:t>
            </a:r>
            <a:r>
              <a:rPr sz="10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1000" spc="-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050" spc="48" baseline="361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1000" dirty="0">
                <a:solidFill>
                  <a:srgbClr val="000000"/>
                </a:solidFill>
                <a:latin typeface="HNVGSD+CMSS10"/>
                <a:cs typeface="HNVGSD+CMSS10"/>
              </a:rPr>
              <a:t>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8000" y="65228"/>
            <a:ext cx="4488981" cy="551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45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45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3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1450" spc="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</a:t>
            </a:r>
            <a:r>
              <a:rPr sz="1450" spc="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</a:t>
            </a:r>
            <a:r>
              <a:rPr sz="145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</a:t>
            </a:r>
            <a:r>
              <a:rPr sz="145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</a:t>
            </a:r>
            <a:r>
              <a:rPr sz="145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</a:t>
            </a:r>
            <a:r>
              <a:rPr sz="145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</a:t>
            </a:r>
          </a:p>
          <a:p>
            <a:pPr marL="30543" marR="0">
              <a:lnSpc>
                <a:spcPts val="1776"/>
              </a:lnSpc>
              <a:spcBef>
                <a:spcPts val="439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</a:t>
            </a:r>
            <a:r>
              <a:rPr sz="145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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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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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543" y="525044"/>
            <a:ext cx="1539646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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</a:t>
            </a:r>
            <a:r>
              <a:rPr sz="145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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778124"/>
            <a:ext cx="2823974" cy="199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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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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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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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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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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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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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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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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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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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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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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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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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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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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2744249"/>
            <a:ext cx="2624053" cy="567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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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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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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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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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</a:t>
            </a:r>
          </a:p>
          <a:p>
            <a:pPr marL="0" marR="0">
              <a:lnSpc>
                <a:spcPts val="1350"/>
              </a:lnSpc>
              <a:spcBef>
                <a:spcPts val="6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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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099633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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</a:t>
            </a:r>
            <a:r>
              <a:rPr sz="9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</a:t>
            </a:r>
            <a:r>
              <a:rPr sz="9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9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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751251"/>
            <a:ext cx="3925827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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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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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133355"/>
            <a:ext cx="4127134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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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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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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343388"/>
            <a:ext cx="373851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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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11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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725493"/>
            <a:ext cx="3829953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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</a:t>
            </a:r>
            <a:r>
              <a:rPr sz="11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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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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107598"/>
            <a:ext cx="3886203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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</a:t>
            </a:r>
            <a:r>
              <a:rPr sz="11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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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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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632" y="2489703"/>
            <a:ext cx="3549537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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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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5632" y="2699735"/>
            <a:ext cx="3711913" cy="381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</a:t>
            </a:r>
            <a:r>
              <a:rPr sz="11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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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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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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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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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821322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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</a:t>
            </a:r>
            <a:r>
              <a:rPr sz="9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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114737"/>
            <a:ext cx="2165189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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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324770"/>
            <a:ext cx="2956839" cy="513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</a:t>
            </a:r>
            <a:r>
              <a:rPr sz="110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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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</a:t>
            </a:r>
          </a:p>
          <a:p>
            <a:pPr marL="0" marR="0">
              <a:lnSpc>
                <a:spcPts val="1653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</a:t>
            </a:r>
            <a:r>
              <a:rPr sz="1100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</a:t>
            </a:r>
            <a:r>
              <a:rPr sz="1100" spc="-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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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11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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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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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744835"/>
            <a:ext cx="4146147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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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11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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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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</a:t>
            </a:r>
            <a:r>
              <a:rPr sz="110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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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</a:t>
            </a:r>
            <a:r>
              <a:rPr sz="11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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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916907"/>
            <a:ext cx="115145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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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126940"/>
            <a:ext cx="4178949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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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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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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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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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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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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681212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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</a:t>
            </a:r>
            <a:r>
              <a:rPr sz="145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</a:t>
            </a:r>
            <a:r>
              <a:rPr sz="9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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9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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507891"/>
            <a:ext cx="3505618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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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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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3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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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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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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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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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681212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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</a:t>
            </a:r>
            <a:r>
              <a:rPr sz="145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</a:t>
            </a:r>
            <a:r>
              <a:rPr sz="9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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9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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114737"/>
            <a:ext cx="3505618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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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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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3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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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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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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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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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534802"/>
            <a:ext cx="363363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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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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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</a:t>
            </a:r>
            <a:r>
              <a:rPr sz="11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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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916907"/>
            <a:ext cx="2680995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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</a:t>
            </a:r>
            <a:r>
              <a:rPr sz="1100" spc="9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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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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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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2126940"/>
            <a:ext cx="4016851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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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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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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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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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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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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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3649484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</a:t>
            </a:r>
            <a:r>
              <a:rPr sz="145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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45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မ</a:t>
            </a:r>
            <a:r>
              <a:rPr sz="1450" spc="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</a:t>
            </a:r>
            <a:r>
              <a:rPr sz="9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</a:t>
            </a:r>
            <a:r>
              <a:rPr sz="9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</a:t>
            </a:r>
            <a:r>
              <a:rPr sz="9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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5749" y="1024268"/>
            <a:ext cx="317602" cy="35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prior</a:t>
            </a:r>
          </a:p>
          <a:p>
            <a:pPr marL="0" marR="0">
              <a:lnSpc>
                <a:spcPts val="804"/>
              </a:lnSpc>
              <a:spcBef>
                <a:spcPts val="59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post</a:t>
            </a:r>
          </a:p>
          <a:p>
            <a:pPr marL="0" marR="0">
              <a:lnSpc>
                <a:spcPts val="804"/>
              </a:lnSpc>
              <a:spcBef>
                <a:spcPts val="9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like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8832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4920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11007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07019" y="2548039"/>
            <a:ext cx="383589" cy="35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120</a:t>
            </a:r>
          </a:p>
          <a:p>
            <a:pPr marL="124129" marR="0">
              <a:lnSpc>
                <a:spcPts val="804"/>
              </a:lnSpc>
              <a:spcBef>
                <a:spcPts val="923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mu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03106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99194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130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95206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135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38596" y="3342352"/>
            <a:ext cx="304240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</a:t>
            </a:r>
            <a:r>
              <a:rPr sz="6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3801436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</a:t>
            </a:r>
            <a:r>
              <a:rPr sz="145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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45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မ</a:t>
            </a:r>
            <a:r>
              <a:rPr sz="1450" spc="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</a:t>
            </a:r>
            <a:r>
              <a:rPr sz="9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</a:t>
            </a:r>
            <a:r>
              <a:rPr sz="9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9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9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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5749" y="1024268"/>
            <a:ext cx="317602" cy="35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prior</a:t>
            </a:r>
          </a:p>
          <a:p>
            <a:pPr marL="0" marR="0">
              <a:lnSpc>
                <a:spcPts val="804"/>
              </a:lnSpc>
              <a:spcBef>
                <a:spcPts val="59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post</a:t>
            </a:r>
          </a:p>
          <a:p>
            <a:pPr marL="0" marR="0">
              <a:lnSpc>
                <a:spcPts val="804"/>
              </a:lnSpc>
              <a:spcBef>
                <a:spcPts val="9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like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4753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1549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421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75294" y="2548039"/>
            <a:ext cx="315314" cy="35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120</a:t>
            </a:r>
          </a:p>
          <a:p>
            <a:pPr marL="55854" marR="0">
              <a:lnSpc>
                <a:spcPts val="804"/>
              </a:lnSpc>
              <a:spcBef>
                <a:spcPts val="923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mu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02090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28963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130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55759" y="2548039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135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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950317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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4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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မ</a:t>
            </a:r>
            <a:r>
              <a:rPr sz="9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946704"/>
            <a:ext cx="3731863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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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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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156736"/>
            <a:ext cx="3798228" cy="381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</a:t>
            </a:r>
            <a:r>
              <a:rPr sz="1100" spc="1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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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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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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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538854"/>
            <a:ext cx="3167982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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3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</a:t>
            </a:r>
            <a:r>
              <a:rPr sz="110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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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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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958919"/>
            <a:ext cx="3819701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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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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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11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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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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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378984"/>
            <a:ext cx="420624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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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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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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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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2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</a:t>
            </a:r>
            <a:r>
              <a:rPr sz="110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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514034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</a:t>
            </a:r>
            <a:r>
              <a:rPr sz="145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45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2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</a:t>
            </a:r>
            <a:r>
              <a:rPr sz="1450" spc="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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656" y="1129550"/>
            <a:ext cx="159244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</a:t>
            </a:r>
            <a:r>
              <a:rPr sz="1100" spc="11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</a:t>
            </a:r>
            <a:r>
              <a:rPr sz="1100" spc="9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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23138" y="1129550"/>
            <a:ext cx="529659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4894" y="1306690"/>
            <a:ext cx="2630484" cy="55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</a:t>
            </a:r>
            <a:r>
              <a:rPr sz="1100" spc="9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</a:t>
            </a:r>
            <a:r>
              <a:rPr sz="1100" spc="9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</a:t>
            </a:r>
            <a:r>
              <a:rPr sz="1100" spc="9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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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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11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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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43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</a:t>
            </a:r>
            <a:r>
              <a:rPr sz="1100" spc="36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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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11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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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37701" y="1306690"/>
            <a:ext cx="1857676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</a:t>
            </a:r>
            <a:r>
              <a:rPr sz="1100" spc="9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</a:t>
            </a:r>
            <a:r>
              <a:rPr sz="1100" spc="9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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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11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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51736" y="1651934"/>
            <a:ext cx="229431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43" y="1914355"/>
            <a:ext cx="4349488" cy="498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30" dirty="0">
                <a:solidFill>
                  <a:srgbClr val="3333B3"/>
                </a:solidFill>
                <a:latin typeface="CCMFDM+NimbusSanL-Regu"/>
                <a:cs typeface="CCMFDM+NimbusSanL-Regu"/>
              </a:rPr>
              <a:t></a:t>
            </a:r>
            <a:r>
              <a:rPr sz="1000" spc="121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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</a:t>
            </a:r>
            <a:r>
              <a:rPr sz="10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</a:t>
            </a:r>
            <a:r>
              <a:rPr sz="1000" spc="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</a:t>
            </a:r>
            <a:r>
              <a:rPr sz="1000" spc="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0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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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0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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  <a:r>
              <a:rPr sz="1000" spc="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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</a:t>
            </a:r>
            <a:r>
              <a:rPr sz="10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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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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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529128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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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</a:t>
            </a:r>
            <a:r>
              <a:rPr sz="9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9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9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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72614" y="751655"/>
            <a:ext cx="236516" cy="270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838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</a:t>
            </a:r>
          </a:p>
          <a:p>
            <a:pPr marL="0" marR="0">
              <a:lnSpc>
                <a:spcPts val="797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TAGUSK+CMMI8"/>
                <a:cs typeface="TAGUSK+CMMI8"/>
              </a:rPr>
              <a:t>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35820" y="751655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37702" y="858080"/>
            <a:ext cx="15650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09989" y="858080"/>
            <a:ext cx="254019" cy="164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97"/>
              </a:lnSpc>
              <a:spcBef>
                <a:spcPts val="0"/>
              </a:spcBef>
              <a:spcAft>
                <a:spcPts val="0"/>
              </a:spcAft>
            </a:pPr>
            <a:r>
              <a:rPr sz="800" spc="91" dirty="0">
                <a:solidFill>
                  <a:srgbClr val="000000"/>
                </a:solidFill>
                <a:latin typeface="TAGUSK+CMMI8"/>
                <a:cs typeface="TAGUSK+CMMI8"/>
              </a:rPr>
              <a:t></a:t>
            </a:r>
            <a:r>
              <a:rPr sz="900" baseline="2836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20215" y="908126"/>
            <a:ext cx="412727" cy="177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576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</a:t>
            </a:r>
            <a:r>
              <a:rPr sz="1100" spc="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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70429" y="881248"/>
            <a:ext cx="290945" cy="209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9"/>
              </a:lnSpc>
              <a:spcBef>
                <a:spcPts val="0"/>
              </a:spcBef>
              <a:spcAft>
                <a:spcPts val="0"/>
              </a:spcAft>
            </a:pPr>
            <a:r>
              <a:rPr sz="1100" spc="-494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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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84411" y="908126"/>
            <a:ext cx="260049" cy="177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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04959" y="909373"/>
            <a:ext cx="292155" cy="195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46630" y="973689"/>
            <a:ext cx="519993" cy="223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aseline="39054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</a:t>
            </a:r>
            <a:r>
              <a:rPr sz="1200" spc="293" baseline="390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</a:t>
            </a:r>
            <a:r>
              <a:rPr sz="1100" spc="2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baseline="3905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81160" y="973689"/>
            <a:ext cx="520006" cy="223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aseline="39054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</a:t>
            </a:r>
            <a:r>
              <a:rPr sz="1200" spc="293" baseline="390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</a:t>
            </a:r>
            <a:r>
              <a:rPr sz="1100" spc="2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baseline="3905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83879" y="1080126"/>
            <a:ext cx="15650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32113" y="1080126"/>
            <a:ext cx="254019" cy="164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97"/>
              </a:lnSpc>
              <a:spcBef>
                <a:spcPts val="0"/>
              </a:spcBef>
              <a:spcAft>
                <a:spcPts val="0"/>
              </a:spcAft>
            </a:pPr>
            <a:r>
              <a:rPr sz="800" spc="91" dirty="0">
                <a:solidFill>
                  <a:srgbClr val="000000"/>
                </a:solidFill>
                <a:latin typeface="TAGUSK+CMMI8"/>
                <a:cs typeface="TAGUSK+CMMI8"/>
              </a:rPr>
              <a:t></a:t>
            </a:r>
            <a:r>
              <a:rPr sz="900" baseline="2836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53321" y="1080126"/>
            <a:ext cx="259696" cy="164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97"/>
              </a:lnSpc>
              <a:spcBef>
                <a:spcPts val="0"/>
              </a:spcBef>
              <a:spcAft>
                <a:spcPts val="0"/>
              </a:spcAft>
            </a:pPr>
            <a:r>
              <a:rPr sz="800" spc="27" dirty="0">
                <a:solidFill>
                  <a:srgbClr val="000000"/>
                </a:solidFill>
                <a:latin typeface="TAGUSK+CMMI8"/>
                <a:cs typeface="TAGUSK+CMMI8"/>
              </a:rPr>
              <a:t></a:t>
            </a:r>
            <a:r>
              <a:rPr sz="900" baseline="2836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66643" y="1080126"/>
            <a:ext cx="254032" cy="164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97"/>
              </a:lnSpc>
              <a:spcBef>
                <a:spcPts val="0"/>
              </a:spcBef>
              <a:spcAft>
                <a:spcPts val="0"/>
              </a:spcAft>
            </a:pPr>
            <a:r>
              <a:rPr sz="800" spc="91" dirty="0">
                <a:solidFill>
                  <a:srgbClr val="000000"/>
                </a:solidFill>
                <a:latin typeface="TAGUSK+CMMI8"/>
                <a:cs typeface="TAGUSK+CMMI8"/>
              </a:rPr>
              <a:t></a:t>
            </a:r>
            <a:r>
              <a:rPr sz="900" baseline="2836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18792" y="1105375"/>
            <a:ext cx="213840" cy="139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97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TAGUSK+CMMI8"/>
                <a:cs typeface="TAGUSK+CMMI8"/>
              </a:rPr>
              <a:t>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457616" y="1430358"/>
            <a:ext cx="1387031" cy="629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598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576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</a:t>
            </a:r>
            <a:r>
              <a:rPr sz="1100" spc="4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1200" baseline="-1746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  <a:r>
              <a:rPr sz="1200" spc="51" baseline="-174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</a:p>
          <a:p>
            <a:pPr marL="69824" marR="0">
              <a:lnSpc>
                <a:spcPts val="1350"/>
              </a:lnSpc>
              <a:spcBef>
                <a:spcPts val="14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</a:t>
            </a:r>
            <a:r>
              <a:rPr sz="1100" spc="1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456956" y="2060340"/>
            <a:ext cx="414686" cy="231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650" spc="34" baseline="-56299" dirty="0">
                <a:solidFill>
                  <a:srgbClr val="000000"/>
                </a:solidFill>
                <a:latin typeface="LLVIAM+CMMI10"/>
                <a:cs typeface="LLVIAM+CMMI10"/>
              </a:rPr>
              <a:t></a:t>
            </a: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800" spc="1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baseline="-5629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57758" y="2081969"/>
            <a:ext cx="1315074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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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524380" y="2292002"/>
            <a:ext cx="113821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</a:t>
            </a:r>
            <a:r>
              <a:rPr sz="110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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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20494" y="2502035"/>
            <a:ext cx="1067290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494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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</a:t>
            </a:r>
            <a:r>
              <a:rPr sz="1100" spc="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8543" y="2969052"/>
            <a:ext cx="4360722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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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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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928713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</a:t>
            </a:r>
            <a:r>
              <a:rPr sz="145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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45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45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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938957"/>
            <a:ext cx="4146159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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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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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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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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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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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321062"/>
            <a:ext cx="3010595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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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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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531094"/>
            <a:ext cx="4042759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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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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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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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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913199"/>
            <a:ext cx="2727962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2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</a:t>
            </a:r>
            <a:r>
              <a:rPr sz="110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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မ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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မ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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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333264"/>
            <a:ext cx="1754125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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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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3109999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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မ</a:t>
            </a:r>
            <a:r>
              <a:rPr sz="145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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782124"/>
            <a:ext cx="4206244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</a:t>
            </a:r>
            <a:r>
              <a:rPr sz="11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</a:t>
            </a:r>
            <a:r>
              <a:rPr sz="11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</a:t>
            </a:r>
            <a:r>
              <a:rPr sz="11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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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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202190"/>
            <a:ext cx="253205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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412222"/>
            <a:ext cx="2573622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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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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လ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5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</a:t>
            </a:r>
            <a:r>
              <a:rPr sz="11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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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832287"/>
            <a:ext cx="3523906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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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မ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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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</a:t>
            </a:r>
            <a:r>
              <a:rPr sz="110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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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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252353"/>
            <a:ext cx="4111339" cy="553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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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</a:t>
            </a:r>
            <a:r>
              <a:rPr sz="11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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5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</a:t>
            </a:r>
            <a:r>
              <a:rPr sz="1100" spc="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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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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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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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5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</a:t>
            </a:r>
            <a:r>
              <a:rPr sz="1100" spc="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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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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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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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573430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မ</a:t>
            </a:r>
            <a:r>
              <a:rPr sz="145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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</a:t>
            </a:r>
            <a:r>
              <a:rPr sz="9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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354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1782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110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65210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68561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130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71989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140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75417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150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7660" y="2913799"/>
            <a:ext cx="1822734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distribution </a:t>
            </a: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 blood</a:t>
            </a: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000000"/>
                </a:solidFill>
                <a:latin typeface="Arial"/>
                <a:cs typeface="Arial"/>
              </a:rPr>
              <a:t>pressures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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573430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မ</a:t>
            </a:r>
            <a:r>
              <a:rPr sz="145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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3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</a:t>
            </a:r>
            <a:r>
              <a:rPr sz="900" spc="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</a:t>
            </a:r>
            <a:r>
              <a:rPr sz="9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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354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1782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110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65210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68561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130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71989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140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75417" y="2694343"/>
            <a:ext cx="285913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150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7660" y="2913799"/>
            <a:ext cx="1822734" cy="14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4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distribution </a:t>
            </a: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700" dirty="0">
                <a:solidFill>
                  <a:srgbClr val="000000"/>
                </a:solidFill>
                <a:latin typeface="Arial"/>
                <a:cs typeface="Arial"/>
              </a:rPr>
              <a:t> blood</a:t>
            </a:r>
            <a:r>
              <a:rPr sz="700" spc="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000000"/>
                </a:solidFill>
                <a:latin typeface="Arial"/>
                <a:cs typeface="Arial"/>
              </a:rPr>
              <a:t>pressures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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4132487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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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45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45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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728975"/>
            <a:ext cx="4190087" cy="591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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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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</a:t>
            </a:r>
            <a:r>
              <a:rPr sz="1200" baseline="-1746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  <a:r>
              <a:rPr sz="1200" spc="51" baseline="-174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</a:t>
            </a:r>
          </a:p>
          <a:p>
            <a:pPr marL="0" marR="0">
              <a:lnSpc>
                <a:spcPts val="1350"/>
              </a:lnSpc>
              <a:spcBef>
                <a:spcPts val="14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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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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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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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321112"/>
            <a:ext cx="1538409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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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531145"/>
            <a:ext cx="4206243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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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741178"/>
            <a:ext cx="3735881" cy="381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</a:t>
            </a:r>
            <a:r>
              <a:rPr sz="11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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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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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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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123295"/>
            <a:ext cx="155531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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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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632" y="2333328"/>
            <a:ext cx="4134061" cy="553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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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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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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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</a:t>
            </a:r>
            <a:r>
              <a:rPr sz="11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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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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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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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3646569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45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</a:t>
            </a:r>
            <a:r>
              <a:rPr sz="145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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45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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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094900"/>
            <a:ext cx="136896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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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304933"/>
            <a:ext cx="2883826" cy="1259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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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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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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ဓ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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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</a:t>
            </a:r>
          </a:p>
          <a:p>
            <a:pPr marL="0" marR="0">
              <a:lnSpc>
                <a:spcPts val="1350"/>
              </a:lnSpc>
              <a:spcBef>
                <a:spcPts val="303"/>
              </a:spcBef>
              <a:spcAft>
                <a:spcPts val="0"/>
              </a:spcAft>
            </a:pPr>
            <a:r>
              <a:rPr sz="110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</a:t>
            </a:r>
            <a:r>
              <a:rPr sz="11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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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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</a:t>
            </a:r>
            <a:r>
              <a:rPr sz="1100" spc="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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</a:t>
            </a:r>
          </a:p>
          <a:p>
            <a:pPr marL="0" marR="0">
              <a:lnSpc>
                <a:spcPts val="1350"/>
              </a:lnSpc>
              <a:spcBef>
                <a:spcPts val="303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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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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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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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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573430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မ</a:t>
            </a:r>
            <a:r>
              <a:rPr sz="145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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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9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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8373" y="617015"/>
            <a:ext cx="572329" cy="147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60"/>
              </a:lnSpc>
              <a:spcBef>
                <a:spcPts val="0"/>
              </a:spcBef>
              <a:spcAft>
                <a:spcPts val="0"/>
              </a:spcAft>
            </a:pPr>
            <a:r>
              <a:rPr sz="750" b="1" dirty="0">
                <a:solidFill>
                  <a:srgbClr val="000000"/>
                </a:solidFill>
                <a:latin typeface="Arial"/>
                <a:cs typeface="Arial"/>
              </a:rPr>
              <a:t>Bayesian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24625" y="617015"/>
            <a:ext cx="566934" cy="147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6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0" dirty="0">
                <a:solidFill>
                  <a:srgbClr val="000000"/>
                </a:solidFill>
                <a:latin typeface="Arial"/>
                <a:cs typeface="Arial"/>
              </a:rPr>
              <a:t>Classical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862" y="2801508"/>
            <a:ext cx="495872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−40</a:t>
            </a:r>
            <a:r>
              <a:rPr sz="650" spc="5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−20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33392" y="2801508"/>
            <a:ext cx="170441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39938" y="2801508"/>
            <a:ext cx="217058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9815" y="2801508"/>
            <a:ext cx="217058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9761" y="2801508"/>
            <a:ext cx="217058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0857" y="2801508"/>
            <a:ext cx="495872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−40</a:t>
            </a:r>
            <a:r>
              <a:rPr sz="650" spc="5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−20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98387" y="2801508"/>
            <a:ext cx="170441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04933" y="2801508"/>
            <a:ext cx="217058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334810" y="2801508"/>
            <a:ext cx="217058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64756" y="2801508"/>
            <a:ext cx="217058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8987" y="3002676"/>
            <a:ext cx="889114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Posterior Minus </a:t>
            </a:r>
            <a:r>
              <a:rPr sz="650" spc="-18" dirty="0">
                <a:solidFill>
                  <a:srgbClr val="000000"/>
                </a:solidFill>
                <a:latin typeface="Arial"/>
                <a:cs typeface="Arial"/>
              </a:rPr>
              <a:t>True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78150" y="3002676"/>
            <a:ext cx="840833" cy="131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Arial"/>
                <a:cs typeface="Arial"/>
              </a:rPr>
              <a:t>Sample Minus </a:t>
            </a:r>
            <a:r>
              <a:rPr sz="650" spc="-18" dirty="0">
                <a:solidFill>
                  <a:srgbClr val="000000"/>
                </a:solidFill>
                <a:latin typeface="Arial"/>
                <a:cs typeface="Arial"/>
              </a:rPr>
              <a:t>True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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573430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မ</a:t>
            </a:r>
            <a:r>
              <a:rPr sz="145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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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9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9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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041750"/>
            <a:ext cx="3654555" cy="41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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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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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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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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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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461816"/>
            <a:ext cx="2181954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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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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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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671848"/>
            <a:ext cx="3582926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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</a:t>
            </a:r>
            <a:r>
              <a:rPr sz="1100" spc="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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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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881881"/>
            <a:ext cx="3835772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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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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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</a:t>
            </a:r>
            <a:r>
              <a:rPr sz="11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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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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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263986"/>
            <a:ext cx="409762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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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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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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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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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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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799536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</a:t>
            </a:r>
            <a:r>
              <a:rPr sz="145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</a:t>
            </a:r>
            <a:r>
              <a:rPr sz="145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</a:t>
            </a:r>
            <a:r>
              <a:rPr sz="145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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</a:t>
            </a:r>
            <a:r>
              <a:rPr sz="9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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9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942551"/>
            <a:ext cx="4126856" cy="1143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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မ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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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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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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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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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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</a:t>
            </a:r>
          </a:p>
          <a:p>
            <a:pPr marL="0" marR="0">
              <a:lnSpc>
                <a:spcPts val="1350"/>
              </a:lnSpc>
              <a:spcBef>
                <a:spcPts val="30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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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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</a:t>
            </a:r>
          </a:p>
          <a:p>
            <a:pPr marL="0" marR="0">
              <a:lnSpc>
                <a:spcPts val="1653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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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ቈ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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ቈ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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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</a:t>
            </a:r>
          </a:p>
          <a:p>
            <a:pPr marL="0" marR="0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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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ቈ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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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992714"/>
            <a:ext cx="3183638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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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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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မ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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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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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2412779"/>
            <a:ext cx="418809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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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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မ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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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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190924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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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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836277"/>
            <a:ext cx="2470544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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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5675" y="1024860"/>
            <a:ext cx="3969818" cy="49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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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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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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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</a:t>
            </a:r>
          </a:p>
          <a:p>
            <a:pPr marL="137058" marR="0">
              <a:lnSpc>
                <a:spcPts val="1233"/>
              </a:lnSpc>
              <a:spcBef>
                <a:spcPts val="5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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0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</a:t>
            </a:r>
            <a:r>
              <a:rPr sz="10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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</a:t>
            </a:r>
          </a:p>
          <a:p>
            <a:pPr marL="0" marR="0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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</a:t>
            </a:r>
            <a:r>
              <a:rPr sz="1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0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</a:t>
            </a:r>
            <a:r>
              <a:rPr sz="10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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2733" y="1480358"/>
            <a:ext cx="3341210" cy="194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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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</a:t>
            </a:r>
            <a:r>
              <a:rPr sz="10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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0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1658691"/>
            <a:ext cx="3528527" cy="535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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</a:t>
            </a:r>
            <a:r>
              <a:rPr sz="11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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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</a:t>
            </a:r>
          </a:p>
          <a:p>
            <a:pPr marL="140042" marR="0">
              <a:lnSpc>
                <a:spcPts val="1233"/>
              </a:lnSpc>
              <a:spcBef>
                <a:spcPts val="134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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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</a:t>
            </a:r>
            <a:r>
              <a:rPr sz="10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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0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</a:t>
            </a:r>
          </a:p>
          <a:p>
            <a:pPr marL="140042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</a:t>
            </a:r>
            <a:r>
              <a:rPr sz="10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</a:t>
            </a:r>
            <a:r>
              <a:rPr sz="1000" spc="9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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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197692"/>
            <a:ext cx="275400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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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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</a:t>
            </a:r>
            <a:r>
              <a:rPr sz="11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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43" y="2445672"/>
            <a:ext cx="4397991" cy="553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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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</a:t>
            </a:r>
            <a:r>
              <a:rPr sz="1100" spc="1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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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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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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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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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043524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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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2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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022624"/>
            <a:ext cx="1665040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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211219"/>
            <a:ext cx="4128711" cy="5397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042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spc="26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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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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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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</a:p>
          <a:p>
            <a:pPr marL="277101" marR="0">
              <a:lnSpc>
                <a:spcPts val="1233"/>
              </a:lnSpc>
              <a:spcBef>
                <a:spcPts val="5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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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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</a:t>
            </a:r>
          </a:p>
          <a:p>
            <a:pPr marL="0" marR="0">
              <a:lnSpc>
                <a:spcPts val="1350"/>
              </a:lnSpc>
              <a:spcBef>
                <a:spcPts val="12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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675" y="1729964"/>
            <a:ext cx="3561395" cy="194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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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543" y="1966501"/>
            <a:ext cx="4483334" cy="725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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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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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</a:t>
            </a:r>
            <a:r>
              <a:rPr sz="1100" spc="10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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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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</a:t>
            </a:r>
            <a:r>
              <a:rPr sz="11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</a:t>
            </a:r>
            <a:r>
              <a:rPr sz="1100" spc="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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</a:t>
            </a:r>
            <a:r>
              <a:rPr sz="1100" spc="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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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</a:t>
            </a:r>
            <a:r>
              <a:rPr sz="1100" spc="1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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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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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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106999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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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2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</a:t>
            </a:r>
            <a:r>
              <a:rPr sz="9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851454"/>
            <a:ext cx="1665040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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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5675" y="1040049"/>
            <a:ext cx="2087112" cy="194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000" spc="4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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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000" spc="2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4084" y="1095742"/>
            <a:ext cx="182593" cy="147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63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89822" y="1095742"/>
            <a:ext cx="192424" cy="147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62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5675" y="1191877"/>
            <a:ext cx="1458802" cy="194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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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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5675" y="1343706"/>
            <a:ext cx="1696029" cy="194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000" spc="4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</a:t>
            </a:r>
            <a:r>
              <a:rPr sz="10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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000" spc="26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84084" y="1399400"/>
            <a:ext cx="182593" cy="147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63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98738" y="1399400"/>
            <a:ext cx="192424" cy="147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62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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5632" y="1522039"/>
            <a:ext cx="1712284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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5675" y="1710634"/>
            <a:ext cx="2430262" cy="498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spc="-1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</a:t>
            </a:r>
            <a:r>
              <a:rPr sz="100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</a:t>
            </a:r>
            <a:r>
              <a:rPr sz="10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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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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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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3333B3"/>
                </a:solidFill>
                <a:latin typeface="EPPUFT+MSAM7"/>
                <a:cs typeface="EPPUFT+MSAM7"/>
              </a:rPr>
              <a:t></a:t>
            </a:r>
            <a:r>
              <a:rPr sz="600" spc="394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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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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543" y="2250829"/>
            <a:ext cx="4302753" cy="223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</a:t>
            </a:r>
            <a:r>
              <a:rPr sz="11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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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100" spc="5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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5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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2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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100" spc="5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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5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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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</a:t>
            </a:r>
            <a:r>
              <a:rPr sz="1100" spc="5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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5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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</a:p>
          <a:p>
            <a:pPr marL="4094074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06942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63368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89060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28721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085147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10839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50501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906927" y="2310796"/>
            <a:ext cx="208678" cy="163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8544" y="2422901"/>
            <a:ext cx="3839651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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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</a:t>
            </a:r>
            <a:r>
              <a:rPr sz="11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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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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8544" y="2594973"/>
            <a:ext cx="4204442" cy="381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</a:t>
            </a:r>
            <a:r>
              <a:rPr sz="11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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</a:t>
            </a:r>
            <a:r>
              <a:rPr sz="1100" spc="2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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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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860858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</a:t>
            </a:r>
            <a:r>
              <a:rPr sz="9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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543" y="762833"/>
            <a:ext cx="4425680" cy="1069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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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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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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11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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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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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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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1100" spc="5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</a:t>
            </a:r>
            <a:r>
              <a:rPr sz="1100" spc="1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</a:t>
            </a:r>
          </a:p>
          <a:p>
            <a:pPr marL="0" marR="0">
              <a:lnSpc>
                <a:spcPts val="1354"/>
              </a:lnSpc>
              <a:spcBef>
                <a:spcPts val="4"/>
              </a:spcBef>
              <a:spcAft>
                <a:spcPts val="0"/>
              </a:spcAft>
            </a:pP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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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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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</a:t>
            </a:r>
            <a:r>
              <a:rPr sz="11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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</a:t>
            </a:r>
            <a:r>
              <a:rPr sz="800" spc="48" dirty="0">
                <a:solidFill>
                  <a:srgbClr val="000000"/>
                </a:solidFill>
                <a:latin typeface="QREQVM+CMSY8"/>
                <a:cs typeface="QREQVM+CMSY8"/>
              </a:rPr>
              <a:t>ᗦ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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  <a:r>
              <a:rPr sz="800" spc="48" dirty="0">
                <a:solidFill>
                  <a:srgbClr val="000000"/>
                </a:solidFill>
                <a:latin typeface="QREQVM+CMSY8"/>
                <a:cs typeface="QREQVM+CMSY8"/>
              </a:rPr>
              <a:t>ᗦ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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  <a:r>
              <a:rPr sz="800" spc="48" dirty="0">
                <a:solidFill>
                  <a:srgbClr val="000000"/>
                </a:solidFill>
                <a:latin typeface="QREQVM+CMSY8"/>
                <a:cs typeface="QREQVM+CMSY8"/>
              </a:rPr>
              <a:t>ᗦ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</a:t>
            </a:r>
          </a:p>
          <a:p>
            <a:pPr marL="0" marR="0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</a:t>
            </a:r>
            <a:r>
              <a:rPr sz="800" spc="48" dirty="0">
                <a:solidFill>
                  <a:srgbClr val="000000"/>
                </a:solidFill>
                <a:latin typeface="QREQVM+CMSY8"/>
                <a:cs typeface="QREQVM+CMSY8"/>
              </a:rPr>
              <a:t>ᗦ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  <a:r>
              <a:rPr sz="1100" spc="9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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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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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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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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</a:t>
            </a:r>
            <a:r>
              <a:rPr sz="11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</a:t>
            </a:r>
            <a:r>
              <a:rPr sz="110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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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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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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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871200"/>
            <a:ext cx="72653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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2081233"/>
            <a:ext cx="3680878" cy="629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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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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</a:t>
            </a:r>
          </a:p>
          <a:p>
            <a:pPr marL="0" marR="0">
              <a:lnSpc>
                <a:spcPts val="1350"/>
              </a:lnSpc>
              <a:spcBef>
                <a:spcPts val="30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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2711330"/>
            <a:ext cx="2874127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2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</a:t>
            </a:r>
            <a:r>
              <a:rPr sz="110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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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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</a:t>
            </a:r>
            <a:r>
              <a:rPr sz="1100" spc="9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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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163630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58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</a:t>
            </a:r>
            <a:r>
              <a:rPr sz="1450" spc="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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</a:t>
            </a:r>
            <a:r>
              <a:rPr sz="9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</a:t>
            </a:r>
            <a:r>
              <a:rPr sz="9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</a:t>
            </a:r>
            <a:r>
              <a:rPr sz="900" spc="3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</a:t>
            </a:r>
            <a:r>
              <a:rPr sz="9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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40052" y="1221138"/>
            <a:ext cx="1863853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</a:t>
            </a:r>
            <a:r>
              <a:rPr sz="1100" spc="9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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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24440" y="1221138"/>
            <a:ext cx="606690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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1492" y="1397177"/>
            <a:ext cx="1245663" cy="648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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</a:t>
            </a:r>
          </a:p>
          <a:p>
            <a:pPr marL="0" marR="0">
              <a:lnSpc>
                <a:spcPts val="1354"/>
              </a:lnSpc>
              <a:spcBef>
                <a:spcPts val="4"/>
              </a:spcBef>
              <a:spcAft>
                <a:spcPts val="0"/>
              </a:spcAft>
            </a:pPr>
            <a:r>
              <a:rPr sz="1100" spc="-1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</a:t>
            </a:r>
            <a:r>
              <a:rPr sz="1100" dirty="0">
                <a:solidFill>
                  <a:srgbClr val="000000"/>
                </a:solidFill>
                <a:latin typeface="TPGGMD+CMSY10"/>
                <a:cs typeface="TPGGMD+CMSY10"/>
              </a:rPr>
              <a:t>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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88358" y="1397177"/>
            <a:ext cx="422049" cy="55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106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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</a:t>
            </a:r>
          </a:p>
          <a:p>
            <a:pPr marL="10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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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58592" y="1397177"/>
            <a:ext cx="229471" cy="55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  <a:p>
            <a:pPr marL="4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42143" y="1397177"/>
            <a:ext cx="606778" cy="55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759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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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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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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43" y="2004842"/>
            <a:ext cx="4428021" cy="5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30" dirty="0">
                <a:solidFill>
                  <a:srgbClr val="3333B3"/>
                </a:solidFill>
                <a:latin typeface="CCMFDM+NimbusSanL-Regu"/>
                <a:cs typeface="CCMFDM+NimbusSanL-Regu"/>
              </a:rPr>
              <a:t></a:t>
            </a:r>
            <a:r>
              <a:rPr sz="1000" spc="121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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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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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</a:t>
            </a:r>
            <a:r>
              <a:rPr sz="1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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26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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0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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0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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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</a:t>
            </a:r>
            <a:r>
              <a:rPr sz="10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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26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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0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</a:t>
            </a:r>
            <a:r>
              <a:rPr sz="1000" dirty="0">
                <a:solidFill>
                  <a:srgbClr val="000000"/>
                </a:solidFill>
                <a:latin typeface="TPGGMD+CMSY10"/>
                <a:cs typeface="TPGGMD+CMSY10"/>
              </a:rPr>
              <a:t>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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0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0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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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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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961881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</a:t>
            </a:r>
            <a:r>
              <a:rPr sz="1450" spc="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spc="32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</a:t>
            </a:r>
            <a:r>
              <a:rPr sz="145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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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</a:t>
            </a:r>
            <a:r>
              <a:rPr sz="9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</a:t>
            </a:r>
            <a:r>
              <a:rPr sz="900" spc="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</a:t>
            </a:r>
            <a:r>
              <a:rPr sz="9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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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96870" y="1110407"/>
            <a:ext cx="78375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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13381" y="1282479"/>
            <a:ext cx="229431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88730" y="1282479"/>
            <a:ext cx="229431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40973" y="1282479"/>
            <a:ext cx="229431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55128" y="1458518"/>
            <a:ext cx="783752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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21687" y="1458518"/>
            <a:ext cx="229444" cy="55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55608" y="1458518"/>
            <a:ext cx="34497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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00007" y="1458518"/>
            <a:ext cx="606800" cy="382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951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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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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06229" y="1458518"/>
            <a:ext cx="499041" cy="55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72" marR="0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</a:t>
            </a:r>
          </a:p>
          <a:p>
            <a:pPr marL="77055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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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8543" y="2066184"/>
            <a:ext cx="4293943" cy="346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30" dirty="0">
                <a:solidFill>
                  <a:srgbClr val="3333B3"/>
                </a:solidFill>
                <a:latin typeface="CCMFDM+NimbusSanL-Regu"/>
                <a:cs typeface="CCMFDM+NimbusSanL-Regu"/>
              </a:rPr>
              <a:t></a:t>
            </a:r>
            <a:r>
              <a:rPr sz="1000" spc="121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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7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0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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</a:t>
            </a:r>
            <a:r>
              <a:rPr sz="10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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  <a:r>
              <a:rPr sz="10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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9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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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860858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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9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198748"/>
            <a:ext cx="376663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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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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</a:t>
            </a:r>
            <a:r>
              <a:rPr sz="11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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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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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408781"/>
            <a:ext cx="3913635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</a:t>
            </a:r>
            <a:r>
              <a:rPr sz="1100" spc="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</a:t>
            </a:r>
            <a:r>
              <a:rPr sz="11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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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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790885"/>
            <a:ext cx="2500470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</a:t>
            </a:r>
            <a:r>
              <a:rPr sz="110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5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</a:t>
            </a:r>
            <a:r>
              <a:rPr sz="11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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2000918"/>
            <a:ext cx="3776475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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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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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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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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860858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</a:t>
            </a:r>
            <a:r>
              <a:rPr sz="900" spc="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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27475" y="652479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2661" y="924246"/>
            <a:ext cx="221618" cy="601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  <a:p>
            <a:pPr marL="0" marR="0">
              <a:lnSpc>
                <a:spcPts val="1094"/>
              </a:lnSpc>
              <a:spcBef>
                <a:spcPts val="2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  <a:p>
            <a:pPr marL="0" marR="0">
              <a:lnSpc>
                <a:spcPts val="1094"/>
              </a:lnSpc>
              <a:spcBef>
                <a:spcPts val="1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  <a:p>
            <a:pPr marL="0" marR="0">
              <a:lnSpc>
                <a:spcPts val="1094"/>
              </a:lnSpc>
              <a:spcBef>
                <a:spcPts val="1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04527" y="1068977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27476" y="1122316"/>
            <a:ext cx="221619" cy="584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  <a:p>
            <a:pPr marL="0" marR="0">
              <a:lnSpc>
                <a:spcPts val="1094"/>
              </a:lnSpc>
              <a:spcBef>
                <a:spcPts val="211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04525" y="1372569"/>
            <a:ext cx="221620" cy="390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  <a:p>
            <a:pPr marL="1" marR="0">
              <a:lnSpc>
                <a:spcPts val="1094"/>
              </a:lnSpc>
              <a:spcBef>
                <a:spcPts val="58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81579" y="1557925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81580" y="1664607"/>
            <a:ext cx="290837" cy="305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spc="-556" dirty="0">
                <a:solidFill>
                  <a:srgbClr val="000000"/>
                </a:solidFill>
                <a:latin typeface="Arial"/>
                <a:cs typeface="Arial"/>
              </a:rPr>
              <a:t>14</a:t>
            </a:r>
          </a:p>
          <a:p>
            <a:pPr marL="0" marR="0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04526" y="1654470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7299" y="1797957"/>
            <a:ext cx="290837" cy="334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1000" spc="-556" dirty="0">
                <a:solidFill>
                  <a:srgbClr val="000000"/>
                </a:solidFill>
                <a:latin typeface="Arial"/>
                <a:cs typeface="Arial"/>
              </a:rPr>
              <a:t>21</a:t>
            </a:r>
          </a:p>
          <a:p>
            <a:pPr marL="1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2725" y="2286905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6899" y="2286905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529829" y="2286905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52759" y="2286905"/>
            <a:ext cx="221618" cy="177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9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00168" y="2446162"/>
            <a:ext cx="469203" cy="16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ORHCML+CMR12"/>
                <a:cs typeface="ORHCML+CMR12"/>
              </a:rPr>
              <a:t>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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860858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</a:t>
            </a:r>
            <a:r>
              <a:rPr sz="9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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543" y="546400"/>
            <a:ext cx="423852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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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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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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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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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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</a:t>
            </a:r>
            <a:r>
              <a:rPr sz="1100" spc="1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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</a:t>
            </a:r>
            <a:r>
              <a:rPr sz="110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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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955340"/>
            <a:ext cx="3668213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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</a:t>
            </a:r>
            <a:r>
              <a:rPr sz="1100" spc="49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91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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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</a:t>
            </a:r>
            <a:r>
              <a:rPr sz="1100" spc="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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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</a:t>
            </a:r>
            <a:r>
              <a:rPr sz="1100" spc="19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6025" y="1015307"/>
            <a:ext cx="197341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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3012" y="1015307"/>
            <a:ext cx="197341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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1155835"/>
            <a:ext cx="1507068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</a:t>
            </a:r>
            <a:r>
              <a:rPr sz="1100" spc="4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</a:t>
            </a:r>
            <a:r>
              <a:rPr sz="1100" spc="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</a:t>
            </a:r>
            <a:r>
              <a:rPr sz="1100" spc="25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</a:t>
            </a:r>
            <a:r>
              <a:rPr sz="1100" spc="-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</a:t>
            </a:r>
            <a:r>
              <a:rPr sz="1100" spc="4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HNVGSD+CMSS10"/>
                <a:cs typeface="HNVGSD+CMSS10"/>
              </a:rPr>
              <a:t></a:t>
            </a:r>
            <a:r>
              <a:rPr sz="1100" spc="-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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4911" y="1215802"/>
            <a:ext cx="197341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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18184" y="1215802"/>
            <a:ext cx="174870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03337" y="1215802"/>
            <a:ext cx="174870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10055" y="1215802"/>
            <a:ext cx="197341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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5632" y="1356329"/>
            <a:ext cx="3644951" cy="41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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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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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</a:t>
            </a:r>
          </a:p>
          <a:p>
            <a:pPr marL="0" marR="0">
              <a:lnSpc>
                <a:spcPts val="1350"/>
              </a:lnSpc>
              <a:spcBef>
                <a:spcPts val="17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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</a:t>
            </a:r>
            <a:r>
              <a:rPr sz="1100" spc="3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</a:t>
            </a:r>
            <a:r>
              <a:rPr sz="11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LLVIAM+CMMI10"/>
                <a:cs typeface="LLVIAM+CMMI10"/>
              </a:rPr>
              <a:t></a:t>
            </a:r>
            <a:r>
              <a:rPr sz="1100" spc="3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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32013" y="1616792"/>
            <a:ext cx="174870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60496" y="1616792"/>
            <a:ext cx="174870" cy="163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85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000000"/>
                </a:solidFill>
                <a:latin typeface="LCGLEF+NimbusSanL-ReguItal"/>
                <a:cs typeface="LCGLEF+NimbusSanL-ReguItal"/>
              </a:rPr>
              <a:t>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5632" y="1757319"/>
            <a:ext cx="4206244" cy="1499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</a:t>
            </a:r>
            <a:r>
              <a:rPr sz="11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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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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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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</a:t>
            </a:r>
          </a:p>
          <a:p>
            <a:pPr marL="0" marR="0">
              <a:lnSpc>
                <a:spcPts val="1350"/>
              </a:lnSpc>
              <a:spcBef>
                <a:spcPts val="22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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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4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</a:t>
            </a:r>
            <a:r>
              <a:rPr sz="11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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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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</a:t>
            </a:r>
          </a:p>
          <a:p>
            <a:pPr marL="0" marR="0">
              <a:lnSpc>
                <a:spcPts val="1350"/>
              </a:lnSpc>
              <a:spcBef>
                <a:spcPts val="228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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</a:t>
            </a:r>
            <a:r>
              <a:rPr sz="11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</a:t>
            </a:r>
          </a:p>
          <a:p>
            <a:pPr marL="0" marR="0">
              <a:lnSpc>
                <a:spcPts val="1350"/>
              </a:lnSpc>
              <a:spcBef>
                <a:spcPts val="178"/>
              </a:spcBef>
              <a:spcAft>
                <a:spcPts val="0"/>
              </a:spcAft>
            </a:pPr>
            <a:r>
              <a:rPr sz="1100" spc="-22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</a:t>
            </a:r>
            <a:r>
              <a:rPr sz="1100" spc="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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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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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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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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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6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</a:t>
            </a:r>
            <a:r>
              <a:rPr sz="110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</a:t>
            </a:r>
          </a:p>
          <a:p>
            <a:pPr marL="0" marR="0">
              <a:lnSpc>
                <a:spcPts val="1350"/>
              </a:lnSpc>
              <a:spcBef>
                <a:spcPts val="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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</a:t>
            </a:r>
            <a:r>
              <a:rPr sz="110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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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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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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1860858" cy="422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</a:t>
            </a:r>
          </a:p>
          <a:p>
            <a:pPr marL="0" marR="0">
              <a:lnSpc>
                <a:spcPts val="1110"/>
              </a:lnSpc>
              <a:spcBef>
                <a:spcPts val="141"/>
              </a:spcBef>
              <a:spcAft>
                <a:spcPts val="0"/>
              </a:spcAft>
            </a:pPr>
            <a:r>
              <a:rPr sz="9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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2005" y="513944"/>
            <a:ext cx="158017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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4066" y="610361"/>
            <a:ext cx="102523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9068" y="838534"/>
            <a:ext cx="173165" cy="775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</a:t>
            </a:r>
          </a:p>
          <a:p>
            <a:pPr marL="30051" marR="0">
              <a:lnSpc>
                <a:spcPts val="414"/>
              </a:lnSpc>
              <a:spcBef>
                <a:spcPts val="1382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</a:t>
            </a:r>
          </a:p>
          <a:p>
            <a:pPr marL="0" marR="0">
              <a:lnSpc>
                <a:spcPts val="414"/>
              </a:lnSpc>
              <a:spcBef>
                <a:spcPts val="1382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</a:t>
            </a:r>
          </a:p>
          <a:p>
            <a:pPr marL="61808" marR="0">
              <a:lnSpc>
                <a:spcPts val="414"/>
              </a:lnSpc>
              <a:spcBef>
                <a:spcPts val="1382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80632" y="897632"/>
            <a:ext cx="286283" cy="23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600" spc="10" baseline="2128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450" baseline="-15960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450" spc="36" baseline="-159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</a:t>
            </a:r>
            <a:r>
              <a:rPr sz="4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7100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450" baseline="-17100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  <a:p>
            <a:pPr marL="0" marR="0">
              <a:lnSpc>
                <a:spcPts val="414"/>
              </a:lnSpc>
              <a:spcBef>
                <a:spcPts val="73"/>
              </a:spcBef>
              <a:spcAft>
                <a:spcPts val="0"/>
              </a:spcAft>
            </a:pPr>
            <a:r>
              <a:rPr sz="600" spc="10" baseline="2128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450" baseline="-15960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450" spc="36" baseline="-159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</a:t>
            </a:r>
            <a:r>
              <a:rPr sz="4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7100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450" baseline="-17100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  <a:p>
            <a:pPr marL="0" marR="0">
              <a:lnSpc>
                <a:spcPts val="414"/>
              </a:lnSpc>
              <a:spcBef>
                <a:spcPts val="73"/>
              </a:spcBef>
              <a:spcAft>
                <a:spcPts val="0"/>
              </a:spcAft>
            </a:pPr>
            <a:r>
              <a:rPr sz="600" spc="10" baseline="2128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300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300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30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baseline="22800" dirty="0">
                <a:solidFill>
                  <a:srgbClr val="000000"/>
                </a:solidFill>
                <a:latin typeface="LLVIAM+CMMI10"/>
                <a:cs typeface="LLVIAM+CMMI10"/>
              </a:rPr>
              <a:t></a:t>
            </a:r>
            <a:r>
              <a:rPr sz="600" spc="-22" baseline="2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spc="10" baseline="2280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300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300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7899" y="1557828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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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1905" y="1557828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2402" y="1557828"/>
            <a:ext cx="267466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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6408" y="1557828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8064" y="1557828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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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02069" y="1557828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80250" y="1557828"/>
            <a:ext cx="267494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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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74284" y="1557828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55940" y="1557828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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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49944" y="1557828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30337" y="1557828"/>
            <a:ext cx="290636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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1" dirty="0">
                <a:solidFill>
                  <a:srgbClr val="000000"/>
                </a:solidFill>
                <a:latin typeface="AGPHKE+CMR8"/>
                <a:cs typeface="AGPHKE+CMR8"/>
              </a:rPr>
              <a:t></a:t>
            </a: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64508" y="1705771"/>
            <a:ext cx="647894" cy="9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</a:t>
            </a:r>
            <a:r>
              <a:rPr sz="45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</a:t>
            </a:r>
            <a:r>
              <a:rPr sz="45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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</a:t>
            </a:r>
            <a:r>
              <a:rPr sz="450" baseline="-15199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450" spc="40" baseline="-15199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</a:t>
            </a:r>
            <a:r>
              <a:rPr sz="45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</a:t>
            </a:r>
            <a:r>
              <a:rPr sz="450" baseline="-15199" dirty="0">
                <a:solidFill>
                  <a:srgbClr val="000000"/>
                </a:solidFill>
                <a:latin typeface="AGPHKE+CMR8"/>
                <a:cs typeface="AGPHKE+CMR8"/>
              </a:rPr>
              <a:t></a:t>
            </a:r>
            <a:r>
              <a:rPr sz="450" baseline="-15199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29729" y="1705771"/>
            <a:ext cx="107649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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02004" y="1847076"/>
            <a:ext cx="160960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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4066" y="1943495"/>
            <a:ext cx="102523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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19068" y="2171668"/>
            <a:ext cx="173165" cy="774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</a:t>
            </a:r>
          </a:p>
          <a:p>
            <a:pPr marL="30051" marR="0">
              <a:lnSpc>
                <a:spcPts val="414"/>
              </a:lnSpc>
              <a:spcBef>
                <a:spcPts val="1382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</a:t>
            </a:r>
          </a:p>
          <a:p>
            <a:pPr marL="0" marR="0">
              <a:lnSpc>
                <a:spcPts val="414"/>
              </a:lnSpc>
              <a:spcBef>
                <a:spcPts val="1382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</a:t>
            </a:r>
          </a:p>
          <a:p>
            <a:pPr marL="61808" marR="0">
              <a:lnSpc>
                <a:spcPts val="414"/>
              </a:lnSpc>
              <a:spcBef>
                <a:spcPts val="1372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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80631" y="2230765"/>
            <a:ext cx="286283" cy="23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600" spc="10" baseline="21281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1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450" baseline="-15961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450" spc="36" baseline="-159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</a:t>
            </a:r>
            <a:r>
              <a:rPr sz="4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7100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450" baseline="-17100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  <a:p>
            <a:pPr marL="0" marR="0">
              <a:lnSpc>
                <a:spcPts val="414"/>
              </a:lnSpc>
              <a:spcBef>
                <a:spcPts val="73"/>
              </a:spcBef>
              <a:spcAft>
                <a:spcPts val="0"/>
              </a:spcAft>
            </a:pPr>
            <a:r>
              <a:rPr sz="600" spc="10" baseline="21275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56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450" baseline="-15956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450" spc="36" baseline="-159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</a:t>
            </a:r>
            <a:r>
              <a:rPr sz="4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7099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450" baseline="-17099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  <a:p>
            <a:pPr marL="0" marR="0">
              <a:lnSpc>
                <a:spcPts val="414"/>
              </a:lnSpc>
              <a:spcBef>
                <a:spcPts val="73"/>
              </a:spcBef>
              <a:spcAft>
                <a:spcPts val="0"/>
              </a:spcAft>
            </a:pPr>
            <a:r>
              <a:rPr sz="600" spc="10" baseline="21281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300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300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300" spc="7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baseline="22800" dirty="0">
                <a:solidFill>
                  <a:srgbClr val="000000"/>
                </a:solidFill>
                <a:latin typeface="LLVIAM+CMMI10"/>
                <a:cs typeface="LLVIAM+CMMI10"/>
              </a:rPr>
              <a:t></a:t>
            </a:r>
            <a:r>
              <a:rPr sz="600" spc="-22" baseline="2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spc="10" baseline="2280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300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300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55683" y="2890963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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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49688" y="2890963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30186" y="2890963"/>
            <a:ext cx="267466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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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24192" y="2890963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005848" y="2890963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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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99853" y="2890963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281509" y="2890963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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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475513" y="2890963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557169" y="2890963"/>
            <a:ext cx="267465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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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751174" y="2890963"/>
            <a:ext cx="96627" cy="9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831671" y="2890963"/>
            <a:ext cx="290632" cy="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4"/>
              </a:lnSpc>
              <a:spcBef>
                <a:spcPts val="0"/>
              </a:spcBef>
              <a:spcAft>
                <a:spcPts val="0"/>
              </a:spcAft>
            </a:pP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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</a:t>
            </a:r>
            <a:r>
              <a:rPr sz="400" dirty="0">
                <a:solidFill>
                  <a:srgbClr val="000000"/>
                </a:solidFill>
                <a:latin typeface="LLVIAM+CMMI10"/>
                <a:cs typeface="LLVIAM+CMMI10"/>
              </a:rPr>
              <a:t></a:t>
            </a:r>
            <a:r>
              <a:rPr sz="4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" spc="10" dirty="0">
                <a:solidFill>
                  <a:srgbClr val="000000"/>
                </a:solidFill>
                <a:latin typeface="LLVIAM+CMMI10"/>
                <a:cs typeface="LLVIAM+CMMI10"/>
              </a:rPr>
              <a:t></a:t>
            </a:r>
            <a:r>
              <a:rPr sz="450" spc="12" baseline="-15960" dirty="0">
                <a:solidFill>
                  <a:srgbClr val="000000"/>
                </a:solidFill>
                <a:latin typeface="AGPHKE+CMR8"/>
                <a:cs typeface="AGPHKE+CMR8"/>
              </a:rPr>
              <a:t></a:t>
            </a:r>
            <a:r>
              <a:rPr sz="400" dirty="0">
                <a:solidFill>
                  <a:srgbClr val="000000"/>
                </a:solidFill>
                <a:latin typeface="DVLSVG+CMR10"/>
                <a:cs typeface="DVLSVG+CMR10"/>
              </a:rPr>
              <a:t>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019765" y="3038907"/>
            <a:ext cx="558709" cy="9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</a:t>
            </a:r>
            <a:r>
              <a:rPr sz="450" spc="3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</a:t>
            </a:r>
            <a:r>
              <a:rPr sz="450" spc="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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</a:t>
            </a:r>
            <a:r>
              <a:rPr sz="450" baseline="-15199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450" spc="40" baseline="-15199" dirty="0">
                <a:solidFill>
                  <a:srgbClr val="000000"/>
                </a:solidFill>
                <a:latin typeface="VCNACD+CMMI8"/>
                <a:cs typeface="VCNACD+CMMI8"/>
              </a:rPr>
              <a:t>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</a:t>
            </a:r>
            <a:r>
              <a:rPr sz="45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</a:t>
            </a:r>
            <a:r>
              <a:rPr sz="450" baseline="-15199" dirty="0">
                <a:solidFill>
                  <a:srgbClr val="000000"/>
                </a:solidFill>
                <a:latin typeface="AGPHKE+CMR8"/>
                <a:cs typeface="AGPHKE+CMR8"/>
              </a:rPr>
              <a:t></a:t>
            </a:r>
            <a:r>
              <a:rPr sz="450" baseline="-15199" dirty="0">
                <a:solidFill>
                  <a:srgbClr val="000000"/>
                </a:solidFill>
                <a:latin typeface="VCNACD+CMMI8"/>
                <a:cs typeface="VCNACD+CMMI8"/>
              </a:rPr>
              <a:t>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495801" y="3038907"/>
            <a:ext cx="107649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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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47392" y="3409226"/>
            <a:ext cx="117053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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341263" y="3409226"/>
            <a:ext cx="117053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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28845" y="3409226"/>
            <a:ext cx="143824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spc="16" dirty="0">
                <a:solidFill>
                  <a:srgbClr val="000000"/>
                </a:solidFill>
                <a:latin typeface="FHQNBN+CMR12"/>
                <a:cs typeface="FHQNBN+CMR12"/>
              </a:rPr>
              <a:t>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549429" y="3409226"/>
            <a:ext cx="110822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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03894" y="3409226"/>
            <a:ext cx="107649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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680399" y="3409226"/>
            <a:ext cx="362145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</a:t>
            </a:r>
            <a:r>
              <a:rPr sz="45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</a:t>
            </a:r>
            <a:r>
              <a:rPr sz="45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</a:t>
            </a:r>
            <a:r>
              <a:rPr sz="450" spc="1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</a:t>
            </a:r>
            <a:r>
              <a:rPr sz="45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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058825" y="3409226"/>
            <a:ext cx="101360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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108617" y="3409226"/>
            <a:ext cx="332205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spc="-14" dirty="0">
                <a:solidFill>
                  <a:srgbClr val="000000"/>
                </a:solidFill>
                <a:latin typeface="FHQNBN+CMR12"/>
                <a:cs typeface="FHQNBN+CMR12"/>
              </a:rPr>
              <a:t></a:t>
            </a:r>
            <a:r>
              <a:rPr sz="450" spc="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</a:t>
            </a:r>
            <a:r>
              <a:rPr sz="45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</a:t>
            </a:r>
            <a:r>
              <a:rPr sz="450" spc="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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1399235" y="3409226"/>
            <a:ext cx="101360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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466450" y="3409226"/>
            <a:ext cx="279755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</a:t>
            </a:r>
            <a:r>
              <a:rPr sz="450" spc="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</a:t>
            </a:r>
            <a:r>
              <a:rPr sz="450" spc="3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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711542" y="3409226"/>
            <a:ext cx="117053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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795978" y="3409226"/>
            <a:ext cx="440161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BNHVLT+CMMI12"/>
                <a:cs typeface="BNHVLT+CMMI12"/>
              </a:rPr>
              <a:t></a:t>
            </a:r>
            <a:r>
              <a:rPr sz="450" spc="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</a:t>
            </a:r>
            <a:r>
              <a:rPr sz="450" spc="4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</a:t>
            </a:r>
            <a:r>
              <a:rPr sz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</a:t>
            </a:r>
            <a:r>
              <a:rPr sz="450" spc="3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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2350907" y="3409226"/>
            <a:ext cx="201462" cy="9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"/>
              </a:lnSpc>
              <a:spcBef>
                <a:spcPts val="0"/>
              </a:spcBef>
              <a:spcAft>
                <a:spcPts val="0"/>
              </a:spcAft>
            </a:pP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</a:t>
            </a:r>
            <a:r>
              <a:rPr sz="4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</a:t>
            </a:r>
            <a:r>
              <a:rPr sz="450" spc="5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000000"/>
                </a:solidFill>
                <a:latin typeface="FHQNBN+CMR12"/>
                <a:cs typeface="FHQNBN+CMR12"/>
              </a:rPr>
              <a:t>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4597400" cy="345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00" y="65228"/>
            <a:ext cx="2893549" cy="263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</a:t>
            </a:r>
            <a:r>
              <a:rPr sz="145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450" spc="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</a:t>
            </a:r>
            <a:r>
              <a:rPr sz="14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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632" y="1008451"/>
            <a:ext cx="3927351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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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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1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</a:t>
            </a:r>
            <a:r>
              <a:rPr sz="11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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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632" y="1218484"/>
            <a:ext cx="3854614" cy="38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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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</a:t>
            </a:r>
            <a:r>
              <a:rPr sz="11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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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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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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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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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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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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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632" y="1600589"/>
            <a:ext cx="4107183" cy="419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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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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</a:t>
            </a:r>
            <a:r>
              <a:rPr sz="11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</a:t>
            </a:r>
            <a:r>
              <a:rPr sz="1100" spc="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</a:t>
            </a:r>
            <a:r>
              <a:rPr sz="1100" spc="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</a:t>
            </a:r>
            <a:r>
              <a:rPr sz="1100" spc="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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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</a:t>
            </a:r>
          </a:p>
          <a:p>
            <a:pPr marL="0" marR="0">
              <a:lnSpc>
                <a:spcPts val="1350"/>
              </a:lnSpc>
              <a:spcBef>
                <a:spcPts val="253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</a:t>
            </a:r>
            <a:r>
              <a:rPr sz="1100" spc="1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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632" y="2020654"/>
            <a:ext cx="1946980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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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</a:t>
            </a:r>
            <a:r>
              <a:rPr sz="1100" spc="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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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5632" y="2230686"/>
            <a:ext cx="2050335" cy="209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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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</a:t>
            </a:r>
            <a:r>
              <a:rPr sz="11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</a:t>
            </a:r>
            <a:r>
              <a:rPr sz="1100" spc="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23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</a:t>
            </a:r>
            <a:r>
              <a:rPr sz="11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</a:t>
            </a:r>
            <a:r>
              <a:rPr sz="1100" spc="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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9269" y="3342352"/>
            <a:ext cx="1401817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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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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</a:t>
            </a:r>
            <a:r>
              <a:rPr sz="600" spc="20" dirty="0">
                <a:solidFill>
                  <a:srgbClr val="000000"/>
                </a:solidFill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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96394" y="3342352"/>
            <a:ext cx="346449" cy="132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0"/>
              </a:lnSpc>
              <a:spcBef>
                <a:spcPts val="0"/>
              </a:spcBef>
              <a:spcAft>
                <a:spcPts val="0"/>
              </a:spcAft>
            </a:pP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</a:t>
            </a:r>
            <a:r>
              <a:rPr sz="600" spc="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000000"/>
                </a:solidFill>
                <a:latin typeface="CCMFDM+NimbusSanL-Regu"/>
                <a:cs typeface="CCMFDM+NimbusSanL-Regu"/>
              </a:rPr>
              <a:t>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2469</Words>
  <Application>Microsoft Macintosh PowerPoint</Application>
  <PresentationFormat>Custom</PresentationFormat>
  <Paragraphs>565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55" baseType="lpstr">
      <vt:lpstr>Times New Roman</vt:lpstr>
      <vt:lpstr>LLVIAM+CMMI10</vt:lpstr>
      <vt:lpstr>ORHCML+CMR12</vt:lpstr>
      <vt:lpstr>QREQVM+CMSY8</vt:lpstr>
      <vt:lpstr>DVLSVG+CMR10</vt:lpstr>
      <vt:lpstr>TAGUSK+CMMI8</vt:lpstr>
      <vt:lpstr>EPPUFT+MSAM7</vt:lpstr>
      <vt:lpstr>Aptos Display</vt:lpstr>
      <vt:lpstr>AGPHKE+CMR8</vt:lpstr>
      <vt:lpstr>Calibri</vt:lpstr>
      <vt:lpstr>TPGGMD+CMSY10</vt:lpstr>
      <vt:lpstr>FHQNBN+CMR12</vt:lpstr>
      <vt:lpstr>VCNACD+CMMI8</vt:lpstr>
      <vt:lpstr>HNVGSD+CMSS10</vt:lpstr>
      <vt:lpstr>BNHVLT+CMMI12</vt:lpstr>
      <vt:lpstr>LCGLEF+NimbusSanL-ReguItal</vt:lpstr>
      <vt:lpstr>Aptos</vt:lpstr>
      <vt:lpstr>CCMFDM+NimbusSanL-Regu</vt:lpstr>
      <vt:lpstr>Arial</vt:lpstr>
      <vt:lpstr>Theme Office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heverson</dc:creator>
  <cp:lastModifiedBy>Howard Everson</cp:lastModifiedBy>
  <cp:revision>8</cp:revision>
  <cp:lastPrinted>2026-03-20T05:37:59Z</cp:lastPrinted>
  <dcterms:modified xsi:type="dcterms:W3CDTF">2026-03-20T05:38:06Z</dcterms:modified>
</cp:coreProperties>
</file>